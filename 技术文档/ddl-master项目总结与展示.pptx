
<file path=[Content_Types].xml><?xml version="1.0" encoding="utf-8"?>
<Types xmlns="http://schemas.openxmlformats.org/package/2006/content-types">
  <Default Extension="png" ContentType="image/png"/>
  <Default Extension="jpeg" ContentType="image/jpeg"/>
  <Default Extension="JPG" ContentType="image/.jp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2.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7" r:id="rId3"/>
  </p:sldMasterIdLst>
  <p:notesMasterIdLst>
    <p:notesMasterId r:id="rId8"/>
  </p:notesMasterIdLst>
  <p:sldIdLst>
    <p:sldId id="419" r:id="rId4"/>
    <p:sldId id="341" r:id="rId5"/>
    <p:sldId id="392" r:id="rId6"/>
    <p:sldId id="1729" r:id="rId7"/>
    <p:sldId id="1730" r:id="rId9"/>
    <p:sldId id="352" r:id="rId10"/>
    <p:sldId id="390" r:id="rId11"/>
    <p:sldId id="353" r:id="rId12"/>
    <p:sldId id="423" r:id="rId13"/>
    <p:sldId id="1787" r:id="rId14"/>
    <p:sldId id="1786" r:id="rId15"/>
    <p:sldId id="1846" r:id="rId16"/>
    <p:sldId id="1840" r:id="rId17"/>
    <p:sldId id="1845" r:id="rId18"/>
    <p:sldId id="1841" r:id="rId19"/>
    <p:sldId id="1842" r:id="rId20"/>
    <p:sldId id="1843" r:id="rId21"/>
    <p:sldId id="1844" r:id="rId22"/>
  </p:sldIdLst>
  <p:sldSz cx="12192000" cy="6858000"/>
  <p:notesSz cx="6858000" cy="9144000"/>
  <p:custDataLst>
    <p:tags r:id="rId2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封面" id="{AAD1F020-944B-4C13-A97F-7B6B80C12DD0}">
          <p14:sldIdLst>
            <p14:sldId id="419"/>
          </p14:sldIdLst>
        </p14:section>
        <p14:section name="目录页" id="{A1B3ACC7-B64F-4FC4-B0A5-24271E4B7AAB}">
          <p14:sldIdLst>
            <p14:sldId id="341"/>
          </p14:sldIdLst>
        </p14:section>
        <p14:section name="过渡页" id="{F9AEF331-3448-4878-8CC0-AE1763C71F23}">
          <p14:sldIdLst>
            <p14:sldId id="392"/>
            <p14:sldId id="1729"/>
            <p14:sldId id="1730"/>
            <p14:sldId id="352"/>
            <p14:sldId id="390"/>
            <p14:sldId id="353"/>
            <p14:sldId id="423"/>
            <p14:sldId id="1787"/>
            <p14:sldId id="1786"/>
            <p14:sldId id="1846"/>
            <p14:sldId id="1840"/>
            <p14:sldId id="1845"/>
            <p14:sldId id="1841"/>
            <p14:sldId id="1842"/>
            <p14:sldId id="1843"/>
            <p14:sldId id="1844"/>
          </p14:sldIdLst>
        </p14:section>
        <p14:section name="三段内容页" id="{8C676258-86C4-4AFE-9104-A88E00469D78}">
          <p14:sldIdLst/>
        </p14:section>
        <p14:section name="四段内容页" id="{55B9FD77-DAF6-4649-8595-8B922BFA7B5F}">
          <p14:sldIdLst/>
        </p14:section>
        <p14:section name="五段内容页" id="{8D74CFDC-2BA1-4FE8-8A0D-B1B65D2961AF}">
          <p14:sldIdLst/>
        </p14:section>
        <p14:section name="六段内容页" id="{369348A9-2776-4E08-BA13-96A88C7CA7F2}">
          <p14:sldIdLst/>
        </p14:section>
        <p14:section name="时间轴" id="{C599B81E-EB0D-4CEB-B9FC-4A27E9B545F9}">
          <p14:sldIdLst/>
        </p14:section>
        <p14:section name="校园特色页（时间轴、内容展示）" id="{B710FB4F-6141-4DA2-98DB-90E986E754EC}">
          <p14:sldIdLst/>
        </p14:section>
        <p14:section name="地图页" id="{D63BA944-DFA2-443F-ACAF-99CE6DAED8FF}">
          <p14:sldIdLst/>
        </p14:section>
        <p14:section name="公式页" id="{D5E5088E-93F4-4FCC-8B8D-2430B9E419F9}">
          <p14:sldIdLst/>
        </p14:section>
        <p14:section name="数据图表页" id="{FBCB13A9-95AD-412A-959F-0F4871E557CE}">
          <p14:sldIdLst/>
        </p14:section>
        <p14:section name="参考文献" id="{FD3FAFDF-B7B8-499F-B906-079D4D62FA9B}">
          <p14:sldIdLst/>
        </p14:section>
        <p14:section name="书籍、名言引用" id="{FB8A3680-E088-4CBA-8B0E-0702885EAB50}">
          <p14:sldIdLst/>
        </p14:section>
        <p14:section name="样机" id="{B35ECF4C-8952-4F6F-AD61-F791B537CF70}">
          <p14:sldIdLst/>
        </p14:section>
        <p14:section name="人物、活动介绍页" id="{3DE91260-CCCE-4B15-92AB-2D0097AACB19}">
          <p14:sldIdLst/>
        </p14:section>
        <p14:section name="尾页" id="{1BC6E771-80BB-4106-A6E8-692DCA0B9682}">
          <p14:sldIdLst/>
        </p14:section>
        <p14:section name="过渡页补充" id="{DDBC2C20-D2C1-4B68-97D4-402FBB18603A}">
          <p14:sldIdLst/>
        </p14:section>
        <p14:section name="使用规范" id="{1CA0B602-8838-4457-A7B0-E1D03FEA9F71}">
          <p14:sldIdLst/>
        </p14:section>
      </p14:sectionLst>
    </p:ext>
    <p:ext uri="{EFAFB233-063F-42B5-8137-9DF3F51BA10A}">
      <p15:sldGuideLst xmlns:p15="http://schemas.microsoft.com/office/powerpoint/2012/main">
        <p15:guide id="2" pos="3778" userDrawn="1">
          <p15:clr>
            <a:srgbClr val="A4A3A4"/>
          </p15:clr>
        </p15:guide>
        <p15:guide id="3" pos="416" userDrawn="1">
          <p15:clr>
            <a:srgbClr val="A4A3A4"/>
          </p15:clr>
        </p15:guide>
        <p15:guide id="4" pos="7252" userDrawn="1">
          <p15:clr>
            <a:srgbClr val="A4A3A4"/>
          </p15:clr>
        </p15:guide>
        <p15:guide id="5" orient="horz" pos="651" userDrawn="1">
          <p15:clr>
            <a:srgbClr val="A4A3A4"/>
          </p15:clr>
        </p15:guide>
        <p15:guide id="7" orient="horz" pos="3940" userDrawn="1">
          <p15:clr>
            <a:srgbClr val="A4A3A4"/>
          </p15:clr>
        </p15:guide>
        <p15:guide id="8" orient="horz" pos="3873" userDrawn="1">
          <p15:clr>
            <a:srgbClr val="A4A3A4"/>
          </p15:clr>
        </p15:guide>
        <p15:guide id="9" pos="756" userDrawn="1">
          <p15:clr>
            <a:srgbClr val="A4A3A4"/>
          </p15:clr>
        </p15:guide>
        <p15:guide id="10" pos="690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D3D1"/>
    <a:srgbClr val="AB2715"/>
    <a:srgbClr val="EBEBEB"/>
    <a:srgbClr val="ECECEC"/>
    <a:srgbClr val="EFEFEF"/>
    <a:srgbClr val="DBDBDB"/>
    <a:srgbClr val="D427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66" autoAdjust="0"/>
    <p:restoredTop sz="94660"/>
  </p:normalViewPr>
  <p:slideViewPr>
    <p:cSldViewPr snapToGrid="0" showGuides="1">
      <p:cViewPr varScale="1">
        <p:scale>
          <a:sx n="77" d="100"/>
          <a:sy n="77" d="100"/>
        </p:scale>
        <p:origin x="739" y="72"/>
      </p:cViewPr>
      <p:guideLst>
        <p:guide pos="3778"/>
        <p:guide pos="416"/>
        <p:guide pos="7252"/>
        <p:guide orient="horz" pos="651"/>
        <p:guide orient="horz" pos="3940"/>
        <p:guide orient="horz" pos="3873"/>
        <p:guide pos="756"/>
        <p:guide pos="6902"/>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notesMaster" Target="notesMasters/notesMaster1.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6" Type="http://schemas.openxmlformats.org/officeDocument/2006/relationships/tags" Target="tags/tag1.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632318-C54D-4318-8B24-990670BDD161}"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500C9D-0FE3-4B2B-A9E5-0C7084C3D54B}"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sp>
        <p:nvSpPr>
          <p:cNvPr id="70" name="图片占位符 69"/>
          <p:cNvSpPr>
            <a:spLocks noGrp="1"/>
          </p:cNvSpPr>
          <p:nvPr>
            <p:ph type="pic" sz="quarter" idx="12"/>
          </p:nvPr>
        </p:nvSpPr>
        <p:spPr>
          <a:xfrm>
            <a:off x="5764211" y="2590167"/>
            <a:ext cx="6427787" cy="4237037"/>
          </a:xfrm>
          <a:noFill/>
        </p:spPr>
        <p:txBody>
          <a:bodyPr/>
          <a:lstStyle/>
          <a:p>
            <a:endParaRPr lang="zh-CN" altLang="en-US"/>
          </a:p>
        </p:txBody>
      </p:sp>
      <p:sp>
        <p:nvSpPr>
          <p:cNvPr id="24" name="图片占位符 23"/>
          <p:cNvSpPr>
            <a:spLocks noGrp="1"/>
          </p:cNvSpPr>
          <p:nvPr>
            <p:ph type="pic" sz="quarter" idx="11"/>
          </p:nvPr>
        </p:nvSpPr>
        <p:spPr>
          <a:xfrm>
            <a:off x="0" y="2495268"/>
            <a:ext cx="5764212" cy="4331936"/>
          </a:xfrm>
          <a:noFill/>
        </p:spPr>
        <p:txBody>
          <a:bodyPr/>
          <a:lstStyle/>
          <a:p>
            <a:endParaRPr lang="zh-CN" altLang="en-US"/>
          </a:p>
        </p:txBody>
      </p:sp>
      <p:sp>
        <p:nvSpPr>
          <p:cNvPr id="67" name="图片占位符 66"/>
          <p:cNvSpPr>
            <a:spLocks noGrp="1"/>
          </p:cNvSpPr>
          <p:nvPr>
            <p:ph type="pic" sz="quarter" idx="10"/>
          </p:nvPr>
        </p:nvSpPr>
        <p:spPr>
          <a:xfrm>
            <a:off x="-1" y="1"/>
            <a:ext cx="12191999" cy="4064780"/>
          </a:xfrm>
          <a:custGeom>
            <a:avLst/>
            <a:gdLst>
              <a:gd name="connsiteX0" fmla="*/ 0 w 12179402"/>
              <a:gd name="connsiteY0" fmla="*/ 0 h 4062881"/>
              <a:gd name="connsiteX1" fmla="*/ 12179402 w 12179402"/>
              <a:gd name="connsiteY1" fmla="*/ 0 h 4062881"/>
              <a:gd name="connsiteX2" fmla="*/ 12179402 w 12179402"/>
              <a:gd name="connsiteY2" fmla="*/ 2622353 h 4062881"/>
              <a:gd name="connsiteX3" fmla="*/ 6086489 w 12179402"/>
              <a:gd name="connsiteY3" fmla="*/ 4062881 h 4062881"/>
              <a:gd name="connsiteX4" fmla="*/ 7922 w 12179402"/>
              <a:gd name="connsiteY4" fmla="*/ 2621254 h 4062881"/>
              <a:gd name="connsiteX5" fmla="*/ 0 w 12179402"/>
              <a:gd name="connsiteY5" fmla="*/ 2621254 h 4062881"/>
              <a:gd name="connsiteX6" fmla="*/ 0 w 12179402"/>
              <a:gd name="connsiteY6" fmla="*/ 2619375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9402" h="4062881">
                <a:moveTo>
                  <a:pt x="0" y="0"/>
                </a:moveTo>
                <a:lnTo>
                  <a:pt x="12179402" y="0"/>
                </a:lnTo>
                <a:lnTo>
                  <a:pt x="12179402" y="2622353"/>
                </a:lnTo>
                <a:lnTo>
                  <a:pt x="6086489" y="4062881"/>
                </a:lnTo>
                <a:lnTo>
                  <a:pt x="7922" y="2621254"/>
                </a:lnTo>
                <a:lnTo>
                  <a:pt x="0" y="2621254"/>
                </a:lnTo>
                <a:lnTo>
                  <a:pt x="0" y="2619375"/>
                </a:lnTo>
                <a:close/>
              </a:path>
            </a:pathLst>
          </a:custGeom>
          <a:noFill/>
        </p:spPr>
        <p:txBody>
          <a:bodyPr wrap="square">
            <a:noAutofit/>
          </a:bodyPr>
          <a:lstStyle/>
          <a:p>
            <a:endParaRPr lang="zh-CN" altLang="en-US" dirty="0"/>
          </a:p>
        </p:txBody>
      </p:sp>
      <p:sp>
        <p:nvSpPr>
          <p:cNvPr id="2" name="文本占位符 1"/>
          <p:cNvSpPr>
            <a:spLocks noGrp="1"/>
          </p:cNvSpPr>
          <p:nvPr>
            <p:ph type="body" sz="quarter" idx="13" hasCustomPrompt="1"/>
          </p:nvPr>
        </p:nvSpPr>
        <p:spPr>
          <a:xfrm>
            <a:off x="2351589" y="4243469"/>
            <a:ext cx="7488822" cy="83099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4800" b="1" spc="0">
                <a:solidFill>
                  <a:srgbClr val="000000"/>
                </a:solidFill>
                <a:latin typeface="微软雅黑" panose="020B0703020204020201" pitchFamily="34" charset="-122"/>
                <a:ea typeface="微软雅黑" panose="020B0703020204020201" pitchFamily="34" charset="-122"/>
                <a:sym typeface="微软雅黑" panose="020B0703020204020201" pitchFamily="34"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四川大学毕业答辩</a:t>
            </a:r>
            <a:r>
              <a:rPr lang="en-US" altLang="zh-CN" dirty="0"/>
              <a:t>PPT</a:t>
            </a:r>
            <a:r>
              <a:rPr lang="zh-CN" altLang="en-US" dirty="0"/>
              <a:t>模板</a:t>
            </a:r>
            <a:endParaRPr lang="zh-CN" altLang="en-US" dirty="0"/>
          </a:p>
        </p:txBody>
      </p:sp>
      <p:sp>
        <p:nvSpPr>
          <p:cNvPr id="3" name="文本占位符 2"/>
          <p:cNvSpPr>
            <a:spLocks noGrp="1"/>
          </p:cNvSpPr>
          <p:nvPr>
            <p:ph type="body" sz="quarter" idx="14" hasCustomPrompt="1"/>
          </p:nvPr>
        </p:nvSpPr>
        <p:spPr>
          <a:xfrm>
            <a:off x="2351590" y="4926278"/>
            <a:ext cx="7846510" cy="676944"/>
          </a:xfrm>
          <a:prstGeom prst="rect">
            <a:avLst/>
          </a:prstGeom>
        </p:spPr>
        <p:txBody>
          <a:bodyPr vert="horz" wrap="square" lIns="91440" tIns="45720" rIns="91440" bIns="45720" anchor="ctr" anchorCtr="0">
            <a:no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spc="0">
                <a:solidFill>
                  <a:srgbClr val="717371"/>
                </a:solidFill>
                <a:latin typeface="Arial" panose="020B0604020202020204" pitchFamily="34" charset="0"/>
                <a:ea typeface="微软雅黑" panose="020B0703020204020201" pitchFamily="34" charset="-122"/>
                <a:sym typeface="Arial" panose="020B0604020202020204" pitchFamily="34" charset="0"/>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ctr" defTabSz="914400" rtl="0" eaLnBrk="1" fontAlgn="auto" latinLnBrk="0" hangingPunct="1">
              <a:lnSpc>
                <a:spcPct val="90000"/>
              </a:lnSpc>
              <a:buFont typeface="Arial" panose="020B0604020202020204" pitchFamily="34" charset="0"/>
              <a:buNone/>
              <a:defRPr sz="2000" spc="0">
                <a:solidFill>
                  <a:srgbClr val="717371"/>
                </a:solidFill>
                <a:latin typeface="Arial" panose="020B0604020202020204" pitchFamily="34" charset="0"/>
                <a:ea typeface="微软雅黑" panose="020B0703020204020201" pitchFamily="34" charset="-122"/>
                <a:sym typeface="Arial" panose="020B0604020202020204" pitchFamily="34" charset="0"/>
              </a:defRPr>
            </a:lvl5pPr>
          </a:lstStyle>
          <a:p>
            <a:pPr lvl="0"/>
            <a:r>
              <a:rPr lang="en-US" altLang="zh-CN"/>
              <a:t>PPT Template for Sichuan University graduates</a:t>
            </a:r>
            <a:endParaRPr lang="en-US" altLang="zh-CN"/>
          </a:p>
          <a:p>
            <a:pPr lvl="0"/>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sp>
        <p:nvSpPr>
          <p:cNvPr id="3" name="图片占位符 2"/>
          <p:cNvSpPr>
            <a:spLocks noGrp="1"/>
          </p:cNvSpPr>
          <p:nvPr>
            <p:ph type="pic" idx="10"/>
          </p:nvPr>
        </p:nvSpPr>
        <p:spPr>
          <a:xfrm>
            <a:off x="6" y="10473"/>
            <a:ext cx="12191994" cy="3429000"/>
          </a:xfrm>
        </p:spPr>
        <p:txBody>
          <a:bodyPr/>
          <a:lstStyle/>
          <a:p>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grpSp>
        <p:nvGrpSpPr>
          <p:cNvPr id="7" name="ísḷïḋé"/>
          <p:cNvGrpSpPr/>
          <p:nvPr userDrawn="1"/>
        </p:nvGrpSpPr>
        <p:grpSpPr>
          <a:xfrm>
            <a:off x="2018769" y="-653080"/>
            <a:ext cx="8154462" cy="8164160"/>
            <a:chOff x="1735138" y="2095500"/>
            <a:chExt cx="2667000" cy="2670175"/>
          </a:xfrm>
          <a:solidFill>
            <a:schemeClr val="accent5">
              <a:alpha val="5000"/>
            </a:schemeClr>
          </a:solidFill>
        </p:grpSpPr>
        <p:sp>
          <p:nvSpPr>
            <p:cNvPr id="8" name="iṣ1íḋ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 name="i$ḻïďê"/>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 name="ïṧḻíḓ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íśḷïḓê"/>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îṧļîḓè"/>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íṣľîḑê"/>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4" name="iS1îdè"/>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îŝḻiḓe"/>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ślîḓê"/>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ísḻiḓè"/>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íṣľíḍè"/>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íṡ1idé"/>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íŝ1íḋe"/>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iṩ1íďé"/>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22" name="矩形 21"/>
          <p:cNvSpPr/>
          <p:nvPr userDrawn="1"/>
        </p:nvSpPr>
        <p:spPr>
          <a:xfrm>
            <a:off x="313342" y="412399"/>
            <a:ext cx="687563" cy="687563"/>
          </a:xfrm>
          <a:prstGeom prst="rect">
            <a:avLst/>
          </a:prstGeom>
          <a:noFill/>
          <a:ln w="762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3" name="直接连接符 22"/>
          <p:cNvCxnSpPr/>
          <p:nvPr userDrawn="1"/>
        </p:nvCxnSpPr>
        <p:spPr>
          <a:xfrm>
            <a:off x="654023" y="1130300"/>
            <a:ext cx="0" cy="40417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直接连接符 23"/>
          <p:cNvCxnSpPr/>
          <p:nvPr userDrawn="1"/>
        </p:nvCxnSpPr>
        <p:spPr>
          <a:xfrm>
            <a:off x="660344" y="5172075"/>
            <a:ext cx="1" cy="1690409"/>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5" name="等腰三角形 24"/>
          <p:cNvSpPr/>
          <p:nvPr userDrawn="1"/>
        </p:nvSpPr>
        <p:spPr>
          <a:xfrm>
            <a:off x="10872316" y="5535568"/>
            <a:ext cx="1319684" cy="1322432"/>
          </a:xfrm>
          <a:prstGeom prst="triangle">
            <a:avLst>
              <a:gd name="adj" fmla="val 10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1515585" y="2604052"/>
            <a:ext cx="3072650" cy="2316681"/>
          </a:xfrm>
          <a:prstGeom prst="rect">
            <a:avLst/>
          </a:prstGeom>
        </p:spPr>
        <p:txBody>
          <a:bodyPr/>
          <a:lstStyle/>
          <a:p>
            <a:endParaRPr lang="zh-CN" altLang="en-US"/>
          </a:p>
        </p:txBody>
      </p:sp>
      <p:sp>
        <p:nvSpPr>
          <p:cNvPr id="6" name="图片占位符 5"/>
          <p:cNvSpPr>
            <a:spLocks noGrp="1"/>
          </p:cNvSpPr>
          <p:nvPr>
            <p:ph type="pic" sz="quarter" idx="12"/>
          </p:nvPr>
        </p:nvSpPr>
        <p:spPr>
          <a:xfrm>
            <a:off x="4588235" y="2604053"/>
            <a:ext cx="3072650" cy="2316681"/>
          </a:xfrm>
          <a:prstGeom prst="rect">
            <a:avLst/>
          </a:prstGeom>
        </p:spPr>
        <p:txBody>
          <a:bodyPr/>
          <a:lstStyle/>
          <a:p>
            <a:endParaRPr lang="zh-CN" altLang="en-US"/>
          </a:p>
        </p:txBody>
      </p:sp>
      <p:sp>
        <p:nvSpPr>
          <p:cNvPr id="30" name="图片占位符 29"/>
          <p:cNvSpPr>
            <a:spLocks noGrp="1"/>
          </p:cNvSpPr>
          <p:nvPr>
            <p:ph type="pic" sz="quarter" idx="13"/>
          </p:nvPr>
        </p:nvSpPr>
        <p:spPr>
          <a:xfrm>
            <a:off x="7635701" y="2604053"/>
            <a:ext cx="3072650" cy="2316681"/>
          </a:xfrm>
          <a:prstGeom prst="rect">
            <a:avLst/>
          </a:prstGeom>
        </p:spPr>
        <p:txBody>
          <a:bodyPr/>
          <a:lstStyle/>
          <a:p>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1077966" y="1647055"/>
            <a:ext cx="3505504" cy="4487045"/>
          </a:xfrm>
          <a:prstGeom prst="rect">
            <a:avLst/>
          </a:prstGeom>
        </p:spPr>
        <p:txBody>
          <a:bodyPr/>
          <a:lstStyle/>
          <a:p>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图片占位符 5"/>
          <p:cNvSpPr>
            <a:spLocks noGrp="1"/>
          </p:cNvSpPr>
          <p:nvPr>
            <p:ph type="pic" sz="quarter" idx="12"/>
          </p:nvPr>
        </p:nvSpPr>
        <p:spPr>
          <a:xfrm>
            <a:off x="5481" y="1979880"/>
            <a:ext cx="3136900" cy="2247900"/>
          </a:xfrm>
          <a:prstGeom prst="rect">
            <a:avLst/>
          </a:prstGeom>
        </p:spPr>
        <p:txBody>
          <a:bodyPr/>
          <a:lstStyle/>
          <a:p>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4207565" y="2828178"/>
            <a:ext cx="3776870" cy="2146852"/>
          </a:xfrm>
          <a:prstGeom prst="rect">
            <a:avLst/>
          </a:prstGeom>
        </p:spPr>
        <p:txBody>
          <a:bodyPr/>
          <a:lstStyle/>
          <a:p>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1683830" y="1971819"/>
            <a:ext cx="2003744" cy="1252340"/>
          </a:xfrm>
          <a:prstGeom prst="rect">
            <a:avLst/>
          </a:prstGeom>
        </p:spPr>
        <p:txBody>
          <a:bodyPr/>
          <a:lstStyle/>
          <a:p>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4406254" y="1701000"/>
            <a:ext cx="3456000" cy="3456000"/>
          </a:xfrm>
          <a:prstGeom prst="rect">
            <a:avLst/>
          </a:prstGeom>
        </p:spPr>
        <p:txBody>
          <a:bodyPr/>
          <a:lstStyle/>
          <a:p>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0" y="1130301"/>
            <a:ext cx="12192000" cy="2402587"/>
          </a:xfrm>
          <a:prstGeom prst="rect">
            <a:avLst/>
          </a:prstGeom>
        </p:spPr>
        <p:txBody>
          <a:bodyPr/>
          <a:lstStyle/>
          <a:p>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grpSp>
        <p:nvGrpSpPr>
          <p:cNvPr id="2" name="组合 1"/>
          <p:cNvGrpSpPr/>
          <p:nvPr userDrawn="1"/>
        </p:nvGrpSpPr>
        <p:grpSpPr>
          <a:xfrm>
            <a:off x="9778483" y="337454"/>
            <a:ext cx="1740417" cy="533025"/>
            <a:chOff x="9778483" y="337454"/>
            <a:chExt cx="1740417" cy="533025"/>
          </a:xfrm>
        </p:grpSpPr>
        <p:grpSp>
          <p:nvGrpSpPr>
            <p:cNvPr id="4" name="íślïdé"/>
            <p:cNvGrpSpPr/>
            <p:nvPr/>
          </p:nvGrpSpPr>
          <p:grpSpPr>
            <a:xfrm>
              <a:off x="9778483" y="337454"/>
              <a:ext cx="532392" cy="533025"/>
              <a:chOff x="1735138" y="2095500"/>
              <a:chExt cx="2667000" cy="2670175"/>
            </a:xfrm>
            <a:solidFill>
              <a:schemeClr val="accent1"/>
            </a:solidFill>
          </p:grpSpPr>
          <p:sp>
            <p:nvSpPr>
              <p:cNvPr id="11"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4"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5"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6" name="í$ļîdé"/>
            <p:cNvGrpSpPr/>
            <p:nvPr/>
          </p:nvGrpSpPr>
          <p:grpSpPr>
            <a:xfrm>
              <a:off x="10450629" y="404003"/>
              <a:ext cx="1011546" cy="270315"/>
              <a:chOff x="5102226" y="2428875"/>
              <a:chExt cx="5067300" cy="1354138"/>
            </a:xfrm>
            <a:solidFill>
              <a:srgbClr val="0A0A0A"/>
            </a:solidFill>
          </p:grpSpPr>
          <p:sp>
            <p:nvSpPr>
              <p:cNvPr id="7"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8"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5" name="图片 24"/>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sp>
        <p:nvSpPr>
          <p:cNvPr id="26" name="文本占位符 32"/>
          <p:cNvSpPr>
            <a:spLocks noGrp="1"/>
          </p:cNvSpPr>
          <p:nvPr userDrawn="1">
            <p:ph type="body" sz="quarter" idx="11" hasCustomPrompt="1"/>
          </p:nvPr>
        </p:nvSpPr>
        <p:spPr>
          <a:xfrm>
            <a:off x="1587196" y="340254"/>
            <a:ext cx="3748209"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27" name="直接连接符 26"/>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仅标题">
    <p:spTree>
      <p:nvGrpSpPr>
        <p:cNvPr id="1" name=""/>
        <p:cNvGrpSpPr/>
        <p:nvPr/>
      </p:nvGrpSpPr>
      <p:grpSpPr>
        <a:xfrm>
          <a:off x="0" y="0"/>
          <a:ext cx="0" cy="0"/>
          <a:chOff x="0" y="0"/>
          <a:chExt cx="0" cy="0"/>
        </a:xfrm>
      </p:grpSpPr>
      <p:grpSp>
        <p:nvGrpSpPr>
          <p:cNvPr id="2" name="组合 1"/>
          <p:cNvGrpSpPr/>
          <p:nvPr userDrawn="1"/>
        </p:nvGrpSpPr>
        <p:grpSpPr>
          <a:xfrm>
            <a:off x="9778483" y="337454"/>
            <a:ext cx="1740417" cy="533025"/>
            <a:chOff x="9778483" y="337454"/>
            <a:chExt cx="1740417" cy="533025"/>
          </a:xfrm>
        </p:grpSpPr>
        <p:grpSp>
          <p:nvGrpSpPr>
            <p:cNvPr id="4" name="íślïdé"/>
            <p:cNvGrpSpPr/>
            <p:nvPr/>
          </p:nvGrpSpPr>
          <p:grpSpPr>
            <a:xfrm>
              <a:off x="9778483" y="337454"/>
              <a:ext cx="532392" cy="533025"/>
              <a:chOff x="1735138" y="2095500"/>
              <a:chExt cx="2667000" cy="2670175"/>
            </a:xfrm>
            <a:solidFill>
              <a:schemeClr val="accent1"/>
            </a:solidFill>
          </p:grpSpPr>
          <p:sp>
            <p:nvSpPr>
              <p:cNvPr id="11"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4"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5"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6" name="í$ļîdé"/>
            <p:cNvGrpSpPr/>
            <p:nvPr/>
          </p:nvGrpSpPr>
          <p:grpSpPr>
            <a:xfrm>
              <a:off x="10450629" y="404003"/>
              <a:ext cx="1011546" cy="270315"/>
              <a:chOff x="5102226" y="2428875"/>
              <a:chExt cx="5067300" cy="1354138"/>
            </a:xfrm>
            <a:solidFill>
              <a:srgbClr val="0A0A0A"/>
            </a:solidFill>
          </p:grpSpPr>
          <p:sp>
            <p:nvSpPr>
              <p:cNvPr id="7"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8"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5" name="图片 24"/>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sp>
        <p:nvSpPr>
          <p:cNvPr id="26" name="文本占位符 32"/>
          <p:cNvSpPr>
            <a:spLocks noGrp="1"/>
          </p:cNvSpPr>
          <p:nvPr userDrawn="1">
            <p:ph type="body" sz="quarter" idx="11" hasCustomPrompt="1"/>
          </p:nvPr>
        </p:nvSpPr>
        <p:spPr>
          <a:xfrm>
            <a:off x="1587196" y="340254"/>
            <a:ext cx="3748209"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27" name="直接连接符 26"/>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sp>
        <p:nvSpPr>
          <p:cNvPr id="3" name="图片占位符 2"/>
          <p:cNvSpPr>
            <a:spLocks noGrp="1"/>
          </p:cNvSpPr>
          <p:nvPr>
            <p:ph type="pic" sz="quarter" idx="12"/>
          </p:nvPr>
        </p:nvSpPr>
        <p:spPr>
          <a:xfrm>
            <a:off x="6151925" y="2036531"/>
            <a:ext cx="6785436" cy="3981033"/>
          </a:xfrm>
          <a:prstGeom prst="rect">
            <a:avLst/>
          </a:prstGeom>
        </p:spPr>
        <p:txBody>
          <a:bodyPr/>
          <a:lstStyle/>
          <a:p>
            <a:endParaRPr lang="zh-CN" altLang="en-US"/>
          </a:p>
        </p:txBody>
      </p:sp>
      <p:sp>
        <p:nvSpPr>
          <p:cNvPr id="28" name="图片占位符 27"/>
          <p:cNvSpPr>
            <a:spLocks noGrp="1"/>
          </p:cNvSpPr>
          <p:nvPr>
            <p:ph type="pic" sz="quarter" idx="13"/>
          </p:nvPr>
        </p:nvSpPr>
        <p:spPr>
          <a:xfrm>
            <a:off x="3378574" y="2525156"/>
            <a:ext cx="4084674" cy="1902117"/>
          </a:xfrm>
          <a:prstGeom prst="rect">
            <a:avLst/>
          </a:prstGeom>
        </p:spPr>
        <p:txBody>
          <a:bodyPr/>
          <a:lstStyle/>
          <a:p>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5A863DF-B9E4-4586-93FD-95547E6FD0DC}"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AC6B931-9FE5-4530-B16B-DC33AD6A3370}"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2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5A863DF-B9E4-4586-93FD-95547E6FD0DC}"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AC6B931-9FE5-4530-B16B-DC33AD6A3370}" type="slidenum">
              <a:rPr lang="zh-CN" altLang="en-US" smtClean="0"/>
            </a:fld>
            <a:endParaRPr lang="zh-CN" altLang="en-US"/>
          </a:p>
        </p:txBody>
      </p:sp>
      <p:sp>
        <p:nvSpPr>
          <p:cNvPr id="5" name="图片占位符 4"/>
          <p:cNvSpPr>
            <a:spLocks noGrp="1"/>
          </p:cNvSpPr>
          <p:nvPr>
            <p:ph type="pic" idx="13"/>
          </p:nvPr>
        </p:nvSpPr>
        <p:spPr>
          <a:xfrm>
            <a:off x="372253" y="10887"/>
            <a:ext cx="9759697" cy="6858000"/>
          </a:xfrm>
        </p:spPr>
        <p:txBody>
          <a:bodyPr/>
          <a:lstStyle/>
          <a:p>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5A863DF-B9E4-4586-93FD-95547E6FD0DC}"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AC6B931-9FE5-4530-B16B-DC33AD6A3370}" type="slidenum">
              <a:rPr lang="zh-CN" altLang="en-US" smtClean="0"/>
            </a:fld>
            <a:endParaRPr lang="zh-CN" altLang="en-US"/>
          </a:p>
        </p:txBody>
      </p:sp>
      <p:sp>
        <p:nvSpPr>
          <p:cNvPr id="5" name="图片占位符 4"/>
          <p:cNvSpPr>
            <a:spLocks noGrp="1"/>
          </p:cNvSpPr>
          <p:nvPr>
            <p:ph type="pic" idx="13"/>
          </p:nvPr>
        </p:nvSpPr>
        <p:spPr>
          <a:xfrm>
            <a:off x="838200" y="0"/>
            <a:ext cx="5098694" cy="6851507"/>
          </a:xfrm>
        </p:spPr>
        <p:txBody>
          <a:bodyPr/>
          <a:lstStyle/>
          <a:p>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尾页">
    <p:spTree>
      <p:nvGrpSpPr>
        <p:cNvPr id="1" name=""/>
        <p:cNvGrpSpPr/>
        <p:nvPr/>
      </p:nvGrpSpPr>
      <p:grpSpPr>
        <a:xfrm>
          <a:off x="0" y="0"/>
          <a:ext cx="0" cy="0"/>
          <a:chOff x="0" y="0"/>
          <a:chExt cx="0" cy="0"/>
        </a:xfrm>
      </p:grpSpPr>
      <p:sp>
        <p:nvSpPr>
          <p:cNvPr id="33" name="图片占位符 69"/>
          <p:cNvSpPr>
            <a:spLocks noGrp="1"/>
          </p:cNvSpPr>
          <p:nvPr>
            <p:ph type="pic" sz="quarter" idx="12"/>
          </p:nvPr>
        </p:nvSpPr>
        <p:spPr>
          <a:xfrm>
            <a:off x="5764211" y="2590167"/>
            <a:ext cx="6427787" cy="4237037"/>
          </a:xfrm>
          <a:noFill/>
        </p:spPr>
        <p:txBody>
          <a:bodyPr/>
          <a:lstStyle/>
          <a:p>
            <a:endParaRPr lang="zh-CN" altLang="en-US"/>
          </a:p>
        </p:txBody>
      </p:sp>
      <p:sp>
        <p:nvSpPr>
          <p:cNvPr id="34" name="图片占位符 23"/>
          <p:cNvSpPr>
            <a:spLocks noGrp="1"/>
          </p:cNvSpPr>
          <p:nvPr>
            <p:ph type="pic" sz="quarter" idx="11"/>
          </p:nvPr>
        </p:nvSpPr>
        <p:spPr>
          <a:xfrm>
            <a:off x="0" y="2495268"/>
            <a:ext cx="5764212" cy="4331936"/>
          </a:xfrm>
          <a:noFill/>
        </p:spPr>
        <p:txBody>
          <a:bodyPr/>
          <a:lstStyle/>
          <a:p>
            <a:endParaRPr lang="zh-CN" altLang="en-US"/>
          </a:p>
        </p:txBody>
      </p:sp>
      <p:sp>
        <p:nvSpPr>
          <p:cNvPr id="35" name="图片占位符 34"/>
          <p:cNvSpPr>
            <a:spLocks noGrp="1"/>
          </p:cNvSpPr>
          <p:nvPr>
            <p:ph type="pic" sz="quarter" idx="10"/>
          </p:nvPr>
        </p:nvSpPr>
        <p:spPr>
          <a:xfrm>
            <a:off x="-1" y="1"/>
            <a:ext cx="12191999" cy="4064780"/>
          </a:xfrm>
          <a:custGeom>
            <a:avLst/>
            <a:gdLst>
              <a:gd name="connsiteX0" fmla="*/ 0 w 12179402"/>
              <a:gd name="connsiteY0" fmla="*/ 0 h 4062881"/>
              <a:gd name="connsiteX1" fmla="*/ 12179402 w 12179402"/>
              <a:gd name="connsiteY1" fmla="*/ 0 h 4062881"/>
              <a:gd name="connsiteX2" fmla="*/ 12179402 w 12179402"/>
              <a:gd name="connsiteY2" fmla="*/ 2622353 h 4062881"/>
              <a:gd name="connsiteX3" fmla="*/ 6086489 w 12179402"/>
              <a:gd name="connsiteY3" fmla="*/ 4062881 h 4062881"/>
              <a:gd name="connsiteX4" fmla="*/ 7922 w 12179402"/>
              <a:gd name="connsiteY4" fmla="*/ 2621254 h 4062881"/>
              <a:gd name="connsiteX5" fmla="*/ 0 w 12179402"/>
              <a:gd name="connsiteY5" fmla="*/ 2621254 h 4062881"/>
              <a:gd name="connsiteX6" fmla="*/ 0 w 12179402"/>
              <a:gd name="connsiteY6" fmla="*/ 2619375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9402" h="4062881">
                <a:moveTo>
                  <a:pt x="0" y="0"/>
                </a:moveTo>
                <a:lnTo>
                  <a:pt x="12179402" y="0"/>
                </a:lnTo>
                <a:lnTo>
                  <a:pt x="12179402" y="2622353"/>
                </a:lnTo>
                <a:lnTo>
                  <a:pt x="6086489" y="4062881"/>
                </a:lnTo>
                <a:lnTo>
                  <a:pt x="7922" y="2621254"/>
                </a:lnTo>
                <a:lnTo>
                  <a:pt x="0" y="2621254"/>
                </a:lnTo>
                <a:lnTo>
                  <a:pt x="0" y="2619375"/>
                </a:lnTo>
                <a:close/>
              </a:path>
            </a:pathLst>
          </a:custGeom>
          <a:noFill/>
        </p:spPr>
        <p:txBody>
          <a:bodyPr wrap="square">
            <a:noAutofit/>
          </a:bodyPr>
          <a:lstStyle/>
          <a:p>
            <a:endParaRPr lang="zh-CN" alt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8_标题和内容">
    <p:spTree>
      <p:nvGrpSpPr>
        <p:cNvPr id="1" name=""/>
        <p:cNvGrpSpPr/>
        <p:nvPr/>
      </p:nvGrpSpPr>
      <p:grpSpPr>
        <a:xfrm>
          <a:off x="0" y="0"/>
          <a:ext cx="0" cy="0"/>
          <a:chOff x="0" y="0"/>
          <a:chExt cx="0" cy="0"/>
        </a:xfrm>
      </p:grpSpPr>
    </p:spTree>
  </p:cSld>
  <p:clrMapOvr>
    <a:masterClrMapping/>
  </p:clrMapOvr>
  <p:transition spd="slow">
    <p:push dir="u"/>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自定义版式">
    <p:bg>
      <p:bgPr>
        <a:solidFill>
          <a:schemeClr val="tx1"/>
        </a:solidFill>
        <a:effectLst/>
      </p:bgPr>
    </p:bg>
    <p:spTree>
      <p:nvGrpSpPr>
        <p:cNvPr id="1" name=""/>
        <p:cNvGrpSpPr/>
        <p:nvPr/>
      </p:nvGrpSpPr>
      <p:grpSpPr>
        <a:xfrm>
          <a:off x="0" y="0"/>
          <a:ext cx="0" cy="0"/>
          <a:chOff x="0" y="0"/>
          <a:chExt cx="0" cy="0"/>
        </a:xfrm>
      </p:grpSpPr>
      <p:pic>
        <p:nvPicPr>
          <p:cNvPr id="3" name="图片 2"/>
          <p:cNvPicPr>
            <a:picLocks noChangeAspect="1"/>
          </p:cNvPicPr>
          <p:nvPr userDrawn="1"/>
        </p:nvPicPr>
        <p:blipFill rotWithShape="1">
          <a:blip r:embed="rId2">
            <a:duotone>
              <a:schemeClr val="bg2">
                <a:shade val="45000"/>
                <a:satMod val="135000"/>
              </a:schemeClr>
              <a:prstClr val="white"/>
            </a:duotone>
          </a:blip>
          <a:srcRect r="27993"/>
          <a:stretch>
            <a:fillRect/>
          </a:stretch>
        </p:blipFill>
        <p:spPr>
          <a:xfrm>
            <a:off x="1" y="-5557"/>
            <a:ext cx="12192000" cy="6863557"/>
          </a:xfrm>
          <a:prstGeom prst="rect">
            <a:avLst/>
          </a:prstGeom>
        </p:spPr>
      </p:pic>
      <p:sp>
        <p:nvSpPr>
          <p:cNvPr id="4" name="矩形 3"/>
          <p:cNvSpPr/>
          <p:nvPr userDrawn="1"/>
        </p:nvSpPr>
        <p:spPr>
          <a:xfrm>
            <a:off x="-3" y="2077796"/>
            <a:ext cx="12192000" cy="4780204"/>
          </a:xfrm>
          <a:prstGeom prst="rect">
            <a:avLst/>
          </a:prstGeom>
          <a:gradFill>
            <a:gsLst>
              <a:gs pos="0">
                <a:srgbClr val="010000">
                  <a:alpha val="0"/>
                </a:srgbClr>
              </a:gs>
              <a:gs pos="100000">
                <a:srgbClr val="010000">
                  <a:alpha val="8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 name="矩形 4"/>
          <p:cNvSpPr/>
          <p:nvPr userDrawn="1"/>
        </p:nvSpPr>
        <p:spPr>
          <a:xfrm rot="10800000">
            <a:off x="-1" y="-5557"/>
            <a:ext cx="12191999" cy="3217764"/>
          </a:xfrm>
          <a:prstGeom prst="rect">
            <a:avLst/>
          </a:prstGeom>
          <a:gradFill>
            <a:gsLst>
              <a:gs pos="0">
                <a:srgbClr val="010000">
                  <a:alpha val="0"/>
                </a:srgbClr>
              </a:gs>
              <a:gs pos="100000">
                <a:srgbClr val="010000"/>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6" name="矩形 5"/>
          <p:cNvSpPr/>
          <p:nvPr userDrawn="1"/>
        </p:nvSpPr>
        <p:spPr>
          <a:xfrm>
            <a:off x="-1" y="0"/>
            <a:ext cx="12192001" cy="6811864"/>
          </a:xfrm>
          <a:prstGeom prst="rect">
            <a:avLst/>
          </a:prstGeom>
          <a:solidFill>
            <a:srgbClr val="080304">
              <a:alpha val="6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7" name="文本框 6"/>
          <p:cNvSpPr txBox="1"/>
          <p:nvPr userDrawn="1"/>
        </p:nvSpPr>
        <p:spPr>
          <a:xfrm>
            <a:off x="4760680" y="564634"/>
            <a:ext cx="2670634" cy="369332"/>
          </a:xfrm>
          <a:prstGeom prst="rect">
            <a:avLst/>
          </a:prstGeom>
          <a:noFill/>
        </p:spPr>
        <p:txBody>
          <a:bodyPr wrap="square" rtlCol="0">
            <a:spAutoFit/>
          </a:bodyPr>
          <a:lstStyle>
            <a:defPPr>
              <a:defRPr lang="en-US"/>
            </a:defPPr>
            <a:lvl1pPr algn="dist">
              <a:defRPr sz="1600">
                <a:solidFill>
                  <a:schemeClr val="bg1"/>
                </a:solidFill>
                <a:latin typeface="+mj-ea"/>
                <a:ea typeface="+mj-ea"/>
              </a:defRPr>
            </a:lvl1p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本</a:t>
            </a:r>
            <a:r>
              <a:rPr kumimoji="0" lang="en-US" altLang="zh-CN" sz="18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PPT</a:t>
            </a:r>
            <a:r>
              <a:rPr kumimoji="0" lang="zh-CN" altLang="en-US" sz="18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模板正参与</a:t>
            </a:r>
            <a:endParaRPr kumimoji="0" lang="en-US" sz="18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p:txBody>
      </p:sp>
      <p:sp>
        <p:nvSpPr>
          <p:cNvPr id="8" name="矩形 7"/>
          <p:cNvSpPr/>
          <p:nvPr userDrawn="1"/>
        </p:nvSpPr>
        <p:spPr>
          <a:xfrm>
            <a:off x="3602350" y="2482543"/>
            <a:ext cx="4987300" cy="400109"/>
          </a:xfrm>
          <a:prstGeom prst="rect">
            <a:avLst/>
          </a:prstGeom>
          <a:gradFill flip="none" rotWithShape="1">
            <a:gsLst>
              <a:gs pos="100000">
                <a:srgbClr val="CB9B53">
                  <a:alpha val="0"/>
                </a:srgbClr>
              </a:gs>
              <a:gs pos="0">
                <a:srgbClr val="CB9B53">
                  <a:alpha val="7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2400" b="1" i="0" u="none" strike="noStrike" kern="1200" cap="none" spc="0" normalizeH="0" baseline="0" noProof="0">
              <a:ln>
                <a:noFill/>
              </a:ln>
              <a:solidFill>
                <a:srgbClr val="0E5177"/>
              </a:solidFill>
              <a:effectLst/>
              <a:uLnTx/>
              <a:uFillTx/>
              <a:latin typeface="Segoe UI" panose="020B0502040204020203"/>
              <a:ea typeface="微软雅黑" panose="020B0703020204020201" pitchFamily="34" charset="-122"/>
              <a:cs typeface="+mn-cs"/>
            </a:endParaRPr>
          </a:p>
        </p:txBody>
      </p:sp>
      <p:sp>
        <p:nvSpPr>
          <p:cNvPr id="9" name="文本框 8"/>
          <p:cNvSpPr txBox="1"/>
          <p:nvPr userDrawn="1"/>
        </p:nvSpPr>
        <p:spPr>
          <a:xfrm>
            <a:off x="4049486" y="2517885"/>
            <a:ext cx="4093028" cy="338554"/>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 </a:t>
            </a:r>
            <a:r>
              <a:rPr kumimoji="0" lang="zh-CN" altLang="en-US"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第一届高校</a:t>
            </a:r>
            <a:r>
              <a:rPr kumimoji="0" lang="en-US" altLang="zh-CN"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PPT</a:t>
            </a:r>
            <a:r>
              <a:rPr kumimoji="0" lang="zh-CN" altLang="en-US"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模板设计大赛 </a:t>
            </a:r>
            <a:endParaRPr kumimoji="0" lang="en-US"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p:txBody>
      </p:sp>
      <p:sp>
        <p:nvSpPr>
          <p:cNvPr id="11" name="文本框 10"/>
          <p:cNvSpPr txBox="1"/>
          <p:nvPr userDrawn="1"/>
        </p:nvSpPr>
        <p:spPr>
          <a:xfrm>
            <a:off x="6133678" y="4824918"/>
            <a:ext cx="2545865" cy="1061381"/>
          </a:xfrm>
          <a:prstGeom prst="rect">
            <a:avLst/>
          </a:prstGeom>
          <a:noFill/>
        </p:spPr>
        <p:txBody>
          <a:bodyPr wrap="square" rtlCol="0">
            <a:spAutoFit/>
          </a:bodyPr>
          <a:lstStyle>
            <a:defPPr>
              <a:defRPr lang="en-US"/>
            </a:defPPr>
            <a:lvl1pPr algn="dist">
              <a:defRPr>
                <a:solidFill>
                  <a:schemeClr val="bg1"/>
                </a:solidFill>
                <a:latin typeface="+mj-ea"/>
                <a:ea typeface="+mj-ea"/>
              </a:defRPr>
            </a:lvl1p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微信扫码</a:t>
            </a:r>
            <a:endParaRPr kumimoji="0" lang="en-US" altLang="zh-CN"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来聆听模板作者</a:t>
            </a:r>
            <a:endParaRPr kumimoji="0" lang="en-US" altLang="zh-CN"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设计灵感、制作思路</a:t>
            </a:r>
            <a:endParaRPr kumimoji="0" lang="en-US"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p:txBody>
      </p:sp>
      <p:pic>
        <p:nvPicPr>
          <p:cNvPr id="12" name="图片 11"/>
          <p:cNvPicPr>
            <a:picLocks noChangeAspect="1"/>
          </p:cNvPicPr>
          <p:nvPr userDrawn="1"/>
        </p:nvPicPr>
        <p:blipFill>
          <a:blip r:embed="rId3"/>
          <a:stretch>
            <a:fillRect/>
          </a:stretch>
        </p:blipFill>
        <p:spPr>
          <a:xfrm>
            <a:off x="-615419" y="3771974"/>
            <a:ext cx="13817069" cy="3996426"/>
          </a:xfrm>
          <a:prstGeom prst="rect">
            <a:avLst/>
          </a:prstGeom>
        </p:spPr>
      </p:pic>
      <p:pic>
        <p:nvPicPr>
          <p:cNvPr id="13" name="图片 12"/>
          <p:cNvPicPr>
            <a:picLocks noChangeAspect="1"/>
          </p:cNvPicPr>
          <p:nvPr userDrawn="1"/>
        </p:nvPicPr>
        <p:blipFill>
          <a:blip r:embed="rId4"/>
          <a:stretch>
            <a:fillRect/>
          </a:stretch>
        </p:blipFill>
        <p:spPr>
          <a:xfrm>
            <a:off x="1683657" y="716939"/>
            <a:ext cx="8824686" cy="1844708"/>
          </a:xfrm>
          <a:prstGeom prst="rect">
            <a:avLst/>
          </a:prstGeom>
        </p:spPr>
      </p:pic>
      <p:sp>
        <p:nvSpPr>
          <p:cNvPr id="14" name="文本框 13"/>
          <p:cNvSpPr txBox="1"/>
          <p:nvPr userDrawn="1"/>
        </p:nvSpPr>
        <p:spPr>
          <a:xfrm>
            <a:off x="3742050" y="2971888"/>
            <a:ext cx="1983605" cy="261610"/>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rPr>
              <a:t>活动主办：秋叶</a:t>
            </a:r>
            <a:r>
              <a:rPr kumimoji="0" lang="en-US" altLang="zh-CN"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rPr>
              <a:t>PPT</a:t>
            </a:r>
            <a:endParaRPr kumimoji="0" lang="en-US"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endParaRPr>
          </a:p>
        </p:txBody>
      </p:sp>
      <p:sp>
        <p:nvSpPr>
          <p:cNvPr id="15" name="文本框 14"/>
          <p:cNvSpPr txBox="1"/>
          <p:nvPr userDrawn="1"/>
        </p:nvSpPr>
        <p:spPr>
          <a:xfrm>
            <a:off x="6079638" y="2971888"/>
            <a:ext cx="2492943" cy="261610"/>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rPr>
              <a:t>技术支持：微软听听文档</a:t>
            </a:r>
            <a:endParaRPr kumimoji="0" lang="en-US"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endParaRPr>
          </a:p>
        </p:txBody>
      </p:sp>
      <p:sp>
        <p:nvSpPr>
          <p:cNvPr id="16" name="矩形 15"/>
          <p:cNvSpPr/>
          <p:nvPr userDrawn="1"/>
        </p:nvSpPr>
        <p:spPr>
          <a:xfrm>
            <a:off x="3600610" y="3494767"/>
            <a:ext cx="2318400" cy="2318400"/>
          </a:xfrm>
          <a:prstGeom prst="rect">
            <a:avLst/>
          </a:prstGeom>
          <a:solidFill>
            <a:schemeClr val="bg1"/>
          </a:solidFill>
          <a:ln w="57150">
            <a:solidFill>
              <a:srgbClr val="CB9B5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标注页">
    <p:bg>
      <p:bgPr>
        <a:solidFill>
          <a:srgbClr val="E73A1C"/>
        </a:solidFill>
        <a:effectLst/>
      </p:bgPr>
    </p:bg>
    <p:spTree>
      <p:nvGrpSpPr>
        <p:cNvPr id="1" name=""/>
        <p:cNvGrpSpPr/>
        <p:nvPr/>
      </p:nvGrpSpPr>
      <p:grpSpPr>
        <a:xfrm>
          <a:off x="0" y="0"/>
          <a:ext cx="0" cy="0"/>
          <a:chOff x="0" y="0"/>
          <a:chExt cx="0" cy="0"/>
        </a:xfrm>
      </p:grpSpPr>
      <p:sp>
        <p:nvSpPr>
          <p:cNvPr id="6" name="矩形 5"/>
          <p:cNvSpPr/>
          <p:nvPr userDrawn="1"/>
        </p:nvSpPr>
        <p:spPr>
          <a:xfrm>
            <a:off x="440603" y="759873"/>
            <a:ext cx="646331" cy="369332"/>
          </a:xfrm>
          <a:prstGeom prst="rect">
            <a:avLst/>
          </a:prstGeom>
        </p:spPr>
        <p:txBody>
          <a:bodyPr wrap="none">
            <a:spAutoFit/>
          </a:bodyPr>
          <a:lstStyle/>
          <a:p>
            <a:pPr marL="0" marR="0" lvl="0" indent="0" defTabSz="60960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标注</a:t>
            </a:r>
            <a:endParaRPr kumimoji="0" lang="zh-CN" altLang="en-US" sz="18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p:txBody>
      </p:sp>
      <p:sp>
        <p:nvSpPr>
          <p:cNvPr id="11" name="矩形 10"/>
          <p:cNvSpPr/>
          <p:nvPr userDrawn="1"/>
        </p:nvSpPr>
        <p:spPr>
          <a:xfrm>
            <a:off x="2572589" y="759873"/>
            <a:ext cx="1402001" cy="2025170"/>
          </a:xfrm>
          <a:prstGeom prst="rect">
            <a:avLst/>
          </a:prstGeom>
        </p:spPr>
        <p:txBody>
          <a:bodyPr wrap="square">
            <a:spAutoFit/>
          </a:bodyPr>
          <a:lstStyle/>
          <a:p>
            <a:pPr marL="0" marR="0" lvl="0" indent="0" defTabSz="6096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使用说明 </a:t>
            </a: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声明</a:t>
            </a: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p:txBody>
      </p:sp>
      <p:sp>
        <p:nvSpPr>
          <p:cNvPr id="12" name="矩形 11"/>
          <p:cNvSpPr/>
          <p:nvPr userDrawn="1"/>
        </p:nvSpPr>
        <p:spPr>
          <a:xfrm>
            <a:off x="4153010" y="759873"/>
            <a:ext cx="7074345" cy="2585323"/>
          </a:xfrm>
          <a:prstGeom prst="rect">
            <a:avLst/>
          </a:prstGeom>
        </p:spPr>
        <p:txBody>
          <a:bodyPr wrap="square">
            <a:spAutoFit/>
          </a:bodyPr>
          <a:lstStyle/>
          <a:p>
            <a:pPr marL="0" marR="0" lvl="0" indent="0" defTabSz="9144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模板为作者原创，著作权归作者所有。</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9144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您仅可以个人非商业用途使用本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模板，</a:t>
            </a:r>
            <a:r>
              <a:rPr kumimoji="0" lang="zh-CN" altLang="en-US" sz="1400" b="0" i="0" u="none" strike="noStrike" kern="1200" cap="none" spc="0" normalizeH="0" baseline="0" noProof="0">
                <a:ln>
                  <a:noFill/>
                </a:ln>
                <a:solidFill>
                  <a:prstClr val="white"/>
                </a:solidFill>
                <a:effectLst/>
                <a:uLnTx/>
                <a:uFillTx/>
                <a:latin typeface="+mn-lt"/>
                <a:ea typeface="微软雅黑" panose="020B0703020204020201" pitchFamily="34" charset="-122"/>
                <a:cs typeface="+mn-cs"/>
              </a:rPr>
              <a:t>未经权利人书面明确授权，不可将信息内容的全部或部分用于出售，或以出租、出借、转让、分销、发布等其他任何方式供他人使用</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a:t>
            </a:r>
            <a:r>
              <a:rPr kumimoji="0" lang="zh-CN" altLang="en-US" sz="1400" b="0" i="0" u="none" strike="noStrike" kern="1200" cap="none" spc="0" normalizeH="0" baseline="0" noProof="0">
                <a:ln>
                  <a:noFill/>
                </a:ln>
                <a:solidFill>
                  <a:prstClr val="white"/>
                </a:solidFill>
                <a:effectLst/>
                <a:uLnTx/>
                <a:uFillTx/>
                <a:latin typeface="+mn-lt"/>
                <a:ea typeface="微软雅黑" panose="020B0703020204020201" pitchFamily="34" charset="-122"/>
                <a:cs typeface="+mn-cs"/>
              </a:rPr>
              <a:t>否则将承担法律责任。</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OfficePLUS</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尊重知识产权并注重保护用户享有的各项权利。</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OfficePLUS</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拥有对本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模板进行展示、报道、宣传及用于市场活动的权利，若在比赛或商业应用过程中发生版权纠纷，其法律责任由作者本人承担。</a:t>
            </a:r>
            <a:endParaRPr kumimoji="0" lang="zh-CN" altLang="en-US"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p:txBody>
      </p:sp>
      <p:sp>
        <p:nvSpPr>
          <p:cNvPr id="13" name="矩形 12"/>
          <p:cNvSpPr/>
          <p:nvPr userDrawn="1"/>
        </p:nvSpPr>
        <p:spPr>
          <a:xfrm>
            <a:off x="440603" y="182445"/>
            <a:ext cx="777777" cy="246221"/>
          </a:xfrm>
          <a:prstGeom prst="rect">
            <a:avLst/>
          </a:prstGeom>
        </p:spPr>
        <p:txBody>
          <a:bodyPr wrap="none">
            <a:spAutoFit/>
          </a:bodyPr>
          <a:lstStyle/>
          <a:p>
            <a:pPr marL="0" marR="0" lvl="0" indent="0" defTabSz="60960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dirty="0">
                <a:ln>
                  <a:noFill/>
                </a:ln>
                <a:solidFill>
                  <a:prstClr val="white"/>
                </a:solidFill>
                <a:effectLst/>
                <a:uLnTx/>
                <a:uFillTx/>
                <a:latin typeface="Segoe UI Light" panose="020B0502040204020203"/>
                <a:ea typeface="微软雅黑" panose="020B0703020204020201" pitchFamily="34" charset="-122"/>
                <a:cs typeface="Segoe UI Light" panose="020B0502040204020203"/>
              </a:rPr>
              <a:t>OfficePLUS</a:t>
            </a:r>
            <a:endParaRPr kumimoji="0" lang="zh-CN" altLang="en-US" sz="1000" b="0" i="0" u="none" strike="noStrike" kern="0" cap="none" spc="0" normalizeH="0" baseline="0" noProof="0" dirty="0">
              <a:ln>
                <a:noFill/>
              </a:ln>
              <a:solidFill>
                <a:prstClr val="white"/>
              </a:solidFill>
              <a:effectLst/>
              <a:uLnTx/>
              <a:uFillTx/>
              <a:latin typeface="Segoe UI Light" panose="020B0502040204020203"/>
              <a:ea typeface="微软雅黑" panose="020B0703020204020201" pitchFamily="34" charset="-122"/>
              <a:cs typeface="Segoe UI Light" panose="020B0502040204020203"/>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A863DF-B9E4-4586-93FD-95547E6FD0DC}"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C6B931-9FE5-4530-B16B-DC33AD6A3370}"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8" r:id="rId1"/>
    <p:sldLayoutId id="2147483669"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12.svg"/><Relationship Id="rId1" Type="http://schemas.openxmlformats.org/officeDocument/2006/relationships/image" Target="../media/image11.png"/></Relationships>
</file>

<file path=ppt/slides/_rels/slide4.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4.xml"/><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12.svg"/><Relationship Id="rId1" Type="http://schemas.openxmlformats.org/officeDocument/2006/relationships/image" Target="../media/image11.png"/></Relationships>
</file>

<file path=ppt/slides/_rels/slide7.xml.rels><?xml version="1.0" encoding="UTF-8" standalone="yes"?>
<Relationships xmlns="http://schemas.openxmlformats.org/package/2006/relationships"><Relationship Id="rId9" Type="http://schemas.openxmlformats.org/officeDocument/2006/relationships/image" Target="../media/image25.png"/><Relationship Id="rId8" Type="http://schemas.openxmlformats.org/officeDocument/2006/relationships/image" Target="../media/image24.svg"/><Relationship Id="rId7" Type="http://schemas.openxmlformats.org/officeDocument/2006/relationships/image" Target="../media/image23.png"/><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svg"/><Relationship Id="rId3" Type="http://schemas.openxmlformats.org/officeDocument/2006/relationships/image" Target="../media/image19.png"/><Relationship Id="rId2" Type="http://schemas.openxmlformats.org/officeDocument/2006/relationships/image" Target="../media/image18.svg"/><Relationship Id="rId11" Type="http://schemas.openxmlformats.org/officeDocument/2006/relationships/slideLayout" Target="../slideLayouts/slideLayout4.xml"/><Relationship Id="rId10" Type="http://schemas.openxmlformats.org/officeDocument/2006/relationships/image" Target="../media/image26.svg"/><Relationship Id="rId1"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7.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8.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9.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6" Type="http://schemas.openxmlformats.org/officeDocument/2006/relationships/slideLayout" Target="../slideLayouts/slideLayout4.xml"/><Relationship Id="rId5" Type="http://schemas.openxmlformats.org/officeDocument/2006/relationships/image" Target="../media/image35.png"/><Relationship Id="rId4" Type="http://schemas.openxmlformats.org/officeDocument/2006/relationships/image" Target="../media/image34.png"/><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image" Target="../media/image31.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17.xml"/><Relationship Id="rId3" Type="http://schemas.openxmlformats.org/officeDocument/2006/relationships/image" Target="../media/image36.jpeg"/><Relationship Id="rId2" Type="http://schemas.openxmlformats.org/officeDocument/2006/relationships/image" Target="../media/image8.jpeg"/><Relationship Id="rId1" Type="http://schemas.openxmlformats.org/officeDocument/2006/relationships/image" Target="../media/image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图片占位符 18"/>
          <p:cNvPicPr>
            <a:picLocks noGrp="1" noChangeAspect="1"/>
          </p:cNvPicPr>
          <p:nvPr>
            <p:ph type="pic" sz="quarter" idx="12"/>
          </p:nvPr>
        </p:nvPicPr>
        <p:blipFill>
          <a:blip r:embed="rId1">
            <a:extLst>
              <a:ext uri="{28A0092B-C50C-407E-A947-70E740481C1C}">
                <a14:useLocalDpi xmlns:a14="http://schemas.microsoft.com/office/drawing/2010/main" val="0"/>
              </a:ext>
            </a:extLst>
          </a:blip>
          <a:srcRect t="68" b="68"/>
          <a:stretch>
            <a:fillRect/>
          </a:stretch>
        </p:blipFill>
        <p:spPr/>
      </p:pic>
      <p:pic>
        <p:nvPicPr>
          <p:cNvPr id="17" name="图片占位符 16"/>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32" b="32"/>
          <a:stretch>
            <a:fillRect/>
          </a:stretch>
        </p:blipFill>
        <p:spPr/>
      </p:pic>
      <p:sp>
        <p:nvSpPr>
          <p:cNvPr id="20" name="矩形 19"/>
          <p:cNvSpPr/>
          <p:nvPr/>
        </p:nvSpPr>
        <p:spPr>
          <a:xfrm>
            <a:off x="-4" y="7882"/>
            <a:ext cx="12192000" cy="6858000"/>
          </a:xfrm>
          <a:prstGeom prst="rect">
            <a:avLst/>
          </a:prstGeom>
          <a:gradFill>
            <a:gsLst>
              <a:gs pos="0">
                <a:schemeClr val="bg1">
                  <a:alpha val="75000"/>
                </a:schemeClr>
              </a:gs>
              <a:gs pos="31000">
                <a:schemeClr val="bg1">
                  <a:alpha val="85000"/>
                </a:schemeClr>
              </a:gs>
              <a:gs pos="65601">
                <a:srgbClr val="FFFFFF"/>
              </a:gs>
              <a:gs pos="45000">
                <a:schemeClr val="bg1"/>
              </a:gs>
              <a:gs pos="100000">
                <a:schemeClr val="bg1">
                  <a:alpha val="84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图片占位符 14"/>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9250" b="9250"/>
          <a:stretch>
            <a:fillRect/>
          </a:stretch>
        </p:blipFill>
        <p:spPr/>
      </p:pic>
      <p:sp>
        <p:nvSpPr>
          <p:cNvPr id="21" name="任意多边形: 形状 20"/>
          <p:cNvSpPr/>
          <p:nvPr/>
        </p:nvSpPr>
        <p:spPr>
          <a:xfrm rot="10800000">
            <a:off x="-8" y="3872"/>
            <a:ext cx="12192001" cy="4062881"/>
          </a:xfrm>
          <a:custGeom>
            <a:avLst/>
            <a:gdLst>
              <a:gd name="connsiteX0" fmla="*/ 12192000 w 12192001"/>
              <a:gd name="connsiteY0" fmla="*/ 4062881 h 4062881"/>
              <a:gd name="connsiteX1" fmla="*/ 0 w 12192001"/>
              <a:gd name="connsiteY1" fmla="*/ 4062881 h 4062881"/>
              <a:gd name="connsiteX2" fmla="*/ 0 w 12192001"/>
              <a:gd name="connsiteY2" fmla="*/ 1441627 h 4062881"/>
              <a:gd name="connsiteX3" fmla="*/ 7949 w 12192001"/>
              <a:gd name="connsiteY3" fmla="*/ 1441627 h 4062881"/>
              <a:gd name="connsiteX4" fmla="*/ 6105511 w 12192001"/>
              <a:gd name="connsiteY4" fmla="*/ 0 h 4062881"/>
              <a:gd name="connsiteX5" fmla="*/ 12184078 w 12192001"/>
              <a:gd name="connsiteY5" fmla="*/ 1441627 h 4062881"/>
              <a:gd name="connsiteX6" fmla="*/ 12192000 w 12192001"/>
              <a:gd name="connsiteY6" fmla="*/ 1441627 h 4062881"/>
              <a:gd name="connsiteX7" fmla="*/ 12192000 w 12192001"/>
              <a:gd name="connsiteY7" fmla="*/ 1443506 h 4062881"/>
              <a:gd name="connsiteX8" fmla="*/ 12192001 w 12192001"/>
              <a:gd name="connsiteY8" fmla="*/ 1443506 h 4062881"/>
              <a:gd name="connsiteX9" fmla="*/ 12192000 w 12192001"/>
              <a:gd name="connsiteY9" fmla="*/ 1443506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1" h="4062881">
                <a:moveTo>
                  <a:pt x="12192000" y="4062881"/>
                </a:moveTo>
                <a:lnTo>
                  <a:pt x="0" y="4062881"/>
                </a:lnTo>
                <a:lnTo>
                  <a:pt x="0" y="1441627"/>
                </a:lnTo>
                <a:lnTo>
                  <a:pt x="7949" y="1441627"/>
                </a:lnTo>
                <a:lnTo>
                  <a:pt x="6105511" y="0"/>
                </a:lnTo>
                <a:lnTo>
                  <a:pt x="12184078" y="1441627"/>
                </a:lnTo>
                <a:lnTo>
                  <a:pt x="12192000" y="1441627"/>
                </a:lnTo>
                <a:lnTo>
                  <a:pt x="12192000" y="1443506"/>
                </a:lnTo>
                <a:lnTo>
                  <a:pt x="12192001" y="1443506"/>
                </a:lnTo>
                <a:lnTo>
                  <a:pt x="12192000" y="1443506"/>
                </a:lnTo>
                <a:close/>
              </a:path>
            </a:pathLst>
          </a:custGeom>
          <a:solidFill>
            <a:schemeClr val="accent1">
              <a:alpha val="8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2" name="组合 21"/>
          <p:cNvGrpSpPr/>
          <p:nvPr/>
        </p:nvGrpSpPr>
        <p:grpSpPr>
          <a:xfrm>
            <a:off x="4764970" y="1698501"/>
            <a:ext cx="2662059" cy="815290"/>
            <a:chOff x="4954881" y="1942452"/>
            <a:chExt cx="6214687" cy="1903328"/>
          </a:xfrm>
          <a:solidFill>
            <a:schemeClr val="bg1"/>
          </a:solidFill>
        </p:grpSpPr>
        <p:grpSp>
          <p:nvGrpSpPr>
            <p:cNvPr id="23" name="íślïdé"/>
            <p:cNvGrpSpPr/>
            <p:nvPr/>
          </p:nvGrpSpPr>
          <p:grpSpPr>
            <a:xfrm>
              <a:off x="4954881" y="1942452"/>
              <a:ext cx="1901067" cy="1903328"/>
              <a:chOff x="1735138" y="2095500"/>
              <a:chExt cx="2667000" cy="2670175"/>
            </a:xfrm>
            <a:grpFill/>
          </p:grpSpPr>
          <p:sp>
            <p:nvSpPr>
              <p:cNvPr id="30"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1"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2"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3"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4"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5"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6"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7"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8"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9"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40"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41"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42"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43"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24" name="íšľïḋé"/>
            <p:cNvSpPr/>
            <p:nvPr/>
          </p:nvSpPr>
          <p:spPr bwMode="auto">
            <a:xfrm>
              <a:off x="7169402" y="3361464"/>
              <a:ext cx="4000166" cy="237633"/>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lstStyle/>
            <a:p>
              <a:pPr algn="ctr"/>
            </a:p>
          </p:txBody>
        </p:sp>
        <p:grpSp>
          <p:nvGrpSpPr>
            <p:cNvPr id="25" name="í$ļîdé"/>
            <p:cNvGrpSpPr/>
            <p:nvPr/>
          </p:nvGrpSpPr>
          <p:grpSpPr>
            <a:xfrm>
              <a:off x="7354984" y="2180085"/>
              <a:ext cx="3612032" cy="965243"/>
              <a:chOff x="5102226" y="2428875"/>
              <a:chExt cx="5067300" cy="1354138"/>
            </a:xfrm>
            <a:grpFill/>
          </p:grpSpPr>
          <p:sp>
            <p:nvSpPr>
              <p:cNvPr id="26"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8"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9"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sp>
        <p:nvSpPr>
          <p:cNvPr id="47" name="矩形: 圆角 46"/>
          <p:cNvSpPr/>
          <p:nvPr/>
        </p:nvSpPr>
        <p:spPr>
          <a:xfrm>
            <a:off x="1527521" y="5792813"/>
            <a:ext cx="2077200" cy="352633"/>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组别：第八组</a:t>
            </a:r>
            <a:endParaRPr kumimoji="0" lang="en-US" altLang="zh-CN"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8" name="矩形: 圆角 47"/>
          <p:cNvSpPr/>
          <p:nvPr/>
        </p:nvSpPr>
        <p:spPr>
          <a:xfrm>
            <a:off x="4943319" y="5792813"/>
            <a:ext cx="2305358" cy="352633"/>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指导老师：</a:t>
            </a:r>
            <a:r>
              <a:rPr lang="zh-CN" altLang="en-US" dirty="0">
                <a:solidFill>
                  <a:srgbClr val="FFFFFF"/>
                </a:solidFill>
                <a:latin typeface="Arial" panose="020B0604020202020204"/>
                <a:ea typeface="微软雅黑" panose="020B0703020204020201" pitchFamily="34" charset="-122"/>
              </a:rPr>
              <a:t>杨</a:t>
            </a:r>
            <a:r>
              <a:rPr lang="en-US" altLang="zh-CN" dirty="0">
                <a:solidFill>
                  <a:srgbClr val="FFFFFF"/>
                </a:solidFill>
                <a:latin typeface="Arial" panose="020B0604020202020204"/>
                <a:ea typeface="微软雅黑" panose="020B0703020204020201" pitchFamily="34" charset="-122"/>
              </a:rPr>
              <a:t> </a:t>
            </a:r>
            <a:r>
              <a:rPr lang="zh-CN" altLang="en-US" dirty="0">
                <a:solidFill>
                  <a:srgbClr val="FFFFFF"/>
                </a:solidFill>
                <a:latin typeface="Arial" panose="020B0604020202020204"/>
                <a:ea typeface="微软雅黑" panose="020B0703020204020201" pitchFamily="34" charset="-122"/>
              </a:rPr>
              <a:t>波</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9" name="矩形: 圆角 48"/>
          <p:cNvSpPr/>
          <p:nvPr/>
        </p:nvSpPr>
        <p:spPr>
          <a:xfrm>
            <a:off x="8587275" y="5775836"/>
            <a:ext cx="2185500" cy="356158"/>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dirty="0">
                <a:solidFill>
                  <a:srgbClr val="FFFFFF"/>
                </a:solidFill>
                <a:latin typeface="Arial" panose="020B0604020202020204"/>
                <a:ea typeface="微软雅黑" panose="020B0703020204020201" pitchFamily="34" charset="-122"/>
              </a:rPr>
              <a:t>时间</a:t>
            </a: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a:t>
            </a:r>
            <a:r>
              <a:rPr lang="en-US" altLang="zh-CN" dirty="0">
                <a:solidFill>
                  <a:srgbClr val="FFFFFF"/>
                </a:solidFill>
                <a:latin typeface="Arial" panose="020B0604020202020204"/>
                <a:ea typeface="微软雅黑" panose="020B0703020204020201" pitchFamily="34" charset="-122"/>
              </a:rPr>
              <a:t>2026.06.03</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5" name="任意多边形: 形状 44"/>
          <p:cNvSpPr/>
          <p:nvPr/>
        </p:nvSpPr>
        <p:spPr>
          <a:xfrm>
            <a:off x="0" y="2329236"/>
            <a:ext cx="12192000" cy="1809343"/>
          </a:xfrm>
          <a:custGeom>
            <a:avLst/>
            <a:gdLst>
              <a:gd name="connsiteX0" fmla="*/ 11511615 w 12185612"/>
              <a:gd name="connsiteY0" fmla="*/ 0 h 1809343"/>
              <a:gd name="connsiteX1" fmla="*/ 12185612 w 12185612"/>
              <a:gd name="connsiteY1" fmla="*/ 134799 h 1809343"/>
              <a:gd name="connsiteX2" fmla="*/ 12185612 w 12185612"/>
              <a:gd name="connsiteY2" fmla="*/ 319795 h 1809343"/>
              <a:gd name="connsiteX3" fmla="*/ 11769269 w 12185612"/>
              <a:gd name="connsiteY3" fmla="*/ 431005 h 1809343"/>
              <a:gd name="connsiteX4" fmla="*/ 6098388 w 12185612"/>
              <a:gd name="connsiteY4" fmla="*/ 1809343 h 1809343"/>
              <a:gd name="connsiteX5" fmla="*/ 1030855 w 12185612"/>
              <a:gd name="connsiteY5" fmla="*/ 612528 h 1809343"/>
              <a:gd name="connsiteX6" fmla="*/ 0 w 12185612"/>
              <a:gd name="connsiteY6" fmla="*/ 339538 h 1809343"/>
              <a:gd name="connsiteX7" fmla="*/ 0 w 12185612"/>
              <a:gd name="connsiteY7" fmla="*/ 81678 h 1809343"/>
              <a:gd name="connsiteX8" fmla="*/ 637104 w 12185612"/>
              <a:gd name="connsiteY8" fmla="*/ 607 h 1809343"/>
              <a:gd name="connsiteX9" fmla="*/ 6098821 w 12185612"/>
              <a:gd name="connsiteY9" fmla="*/ 1643974 h 1809343"/>
              <a:gd name="connsiteX10" fmla="*/ 11511615 w 12185612"/>
              <a:gd name="connsiteY10" fmla="*/ 0 h 18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85612" h="1809343">
                <a:moveTo>
                  <a:pt x="11511615" y="0"/>
                </a:moveTo>
                <a:lnTo>
                  <a:pt x="12185612" y="134799"/>
                </a:lnTo>
                <a:lnTo>
                  <a:pt x="12185612" y="319795"/>
                </a:lnTo>
                <a:lnTo>
                  <a:pt x="11769269" y="431005"/>
                </a:lnTo>
                <a:cubicBezTo>
                  <a:pt x="9878327" y="928737"/>
                  <a:pt x="8015827" y="1369040"/>
                  <a:pt x="6098388" y="1809343"/>
                </a:cubicBezTo>
                <a:cubicBezTo>
                  <a:pt x="4410640" y="1441212"/>
                  <a:pt x="2720033" y="1046292"/>
                  <a:pt x="1030855" y="612528"/>
                </a:cubicBezTo>
                <a:lnTo>
                  <a:pt x="0" y="339538"/>
                </a:lnTo>
                <a:lnTo>
                  <a:pt x="0" y="81678"/>
                </a:lnTo>
                <a:lnTo>
                  <a:pt x="637104" y="607"/>
                </a:lnTo>
                <a:cubicBezTo>
                  <a:pt x="2471646" y="662696"/>
                  <a:pt x="4302378" y="1200960"/>
                  <a:pt x="6098821" y="1643974"/>
                </a:cubicBezTo>
                <a:cubicBezTo>
                  <a:pt x="7974840" y="1162658"/>
                  <a:pt x="9749895" y="681341"/>
                  <a:pt x="11511615"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50" name="任意多边形: 形状 49"/>
          <p:cNvSpPr/>
          <p:nvPr/>
        </p:nvSpPr>
        <p:spPr>
          <a:xfrm>
            <a:off x="450423" y="2315566"/>
            <a:ext cx="11342509" cy="1691715"/>
          </a:xfrm>
          <a:custGeom>
            <a:avLst/>
            <a:gdLst>
              <a:gd name="connsiteX0" fmla="*/ 9728 w 12217941"/>
              <a:gd name="connsiteY0" fmla="*/ 0 h 1605064"/>
              <a:gd name="connsiteX1" fmla="*/ 6108971 w 12217941"/>
              <a:gd name="connsiteY1" fmla="*/ 1498060 h 1605064"/>
              <a:gd name="connsiteX2" fmla="*/ 12208213 w 12217941"/>
              <a:gd name="connsiteY2" fmla="*/ 19456 h 1605064"/>
              <a:gd name="connsiteX3" fmla="*/ 12217941 w 12217941"/>
              <a:gd name="connsiteY3" fmla="*/ 282103 h 1605064"/>
              <a:gd name="connsiteX4" fmla="*/ 6118698 w 12217941"/>
              <a:gd name="connsiteY4" fmla="*/ 1605064 h 1605064"/>
              <a:gd name="connsiteX5" fmla="*/ 0 w 12217941"/>
              <a:gd name="connsiteY5" fmla="*/ 233464 h 1605064"/>
              <a:gd name="connsiteX6" fmla="*/ 9728 w 12217941"/>
              <a:gd name="connsiteY6" fmla="*/ 0 h 1605064"/>
              <a:gd name="connsiteX0-1" fmla="*/ 0 w 12208213"/>
              <a:gd name="connsiteY0-2" fmla="*/ 0 h 1605064"/>
              <a:gd name="connsiteX1-3" fmla="*/ 6099243 w 12208213"/>
              <a:gd name="connsiteY1-4" fmla="*/ 1498060 h 1605064"/>
              <a:gd name="connsiteX2-5" fmla="*/ 12198485 w 12208213"/>
              <a:gd name="connsiteY2-6" fmla="*/ 19456 h 1605064"/>
              <a:gd name="connsiteX3-7" fmla="*/ 12208213 w 12208213"/>
              <a:gd name="connsiteY3-8" fmla="*/ 282103 h 1605064"/>
              <a:gd name="connsiteX4-9" fmla="*/ 6108970 w 12208213"/>
              <a:gd name="connsiteY4-10" fmla="*/ 1605064 h 1605064"/>
              <a:gd name="connsiteX5-11" fmla="*/ 0 w 12208213"/>
              <a:gd name="connsiteY5-12" fmla="*/ 544749 h 1605064"/>
              <a:gd name="connsiteX6-13" fmla="*/ 0 w 12208213"/>
              <a:gd name="connsiteY6-14" fmla="*/ 0 h 1605064"/>
              <a:gd name="connsiteX0-15" fmla="*/ 0 w 12198485"/>
              <a:gd name="connsiteY0-16" fmla="*/ 0 h 1605064"/>
              <a:gd name="connsiteX1-17" fmla="*/ 6099243 w 12198485"/>
              <a:gd name="connsiteY1-18" fmla="*/ 1498060 h 1605064"/>
              <a:gd name="connsiteX2-19" fmla="*/ 12198485 w 12198485"/>
              <a:gd name="connsiteY2-20" fmla="*/ 19456 h 1605064"/>
              <a:gd name="connsiteX3-21" fmla="*/ 12198485 w 12198485"/>
              <a:gd name="connsiteY3-22" fmla="*/ 603115 h 1605064"/>
              <a:gd name="connsiteX4-23" fmla="*/ 6108970 w 12198485"/>
              <a:gd name="connsiteY4-24" fmla="*/ 1605064 h 1605064"/>
              <a:gd name="connsiteX5-25" fmla="*/ 0 w 12198485"/>
              <a:gd name="connsiteY5-26" fmla="*/ 544749 h 1605064"/>
              <a:gd name="connsiteX6-27" fmla="*/ 0 w 12198485"/>
              <a:gd name="connsiteY6-28" fmla="*/ 0 h 1605064"/>
              <a:gd name="connsiteX0-29" fmla="*/ 0 w 12198485"/>
              <a:gd name="connsiteY0-30" fmla="*/ 0 h 1605064"/>
              <a:gd name="connsiteX1-31" fmla="*/ 6108970 w 12198485"/>
              <a:gd name="connsiteY1-32" fmla="*/ 1507788 h 1605064"/>
              <a:gd name="connsiteX2-33" fmla="*/ 12198485 w 12198485"/>
              <a:gd name="connsiteY2-34" fmla="*/ 19456 h 1605064"/>
              <a:gd name="connsiteX3-35" fmla="*/ 12198485 w 12198485"/>
              <a:gd name="connsiteY3-36" fmla="*/ 603115 h 1605064"/>
              <a:gd name="connsiteX4-37" fmla="*/ 6108970 w 12198485"/>
              <a:gd name="connsiteY4-38" fmla="*/ 1605064 h 1605064"/>
              <a:gd name="connsiteX5-39" fmla="*/ 0 w 12198485"/>
              <a:gd name="connsiteY5-40" fmla="*/ 544749 h 1605064"/>
              <a:gd name="connsiteX6-41" fmla="*/ 0 w 12198485"/>
              <a:gd name="connsiteY6-42" fmla="*/ 0 h 1605064"/>
              <a:gd name="connsiteX0-43" fmla="*/ 632298 w 12830783"/>
              <a:gd name="connsiteY0-44" fmla="*/ 0 h 1605064"/>
              <a:gd name="connsiteX1-45" fmla="*/ 6741268 w 12830783"/>
              <a:gd name="connsiteY1-46" fmla="*/ 1507788 h 1605064"/>
              <a:gd name="connsiteX2-47" fmla="*/ 12830783 w 12830783"/>
              <a:gd name="connsiteY2-48" fmla="*/ 19456 h 1605064"/>
              <a:gd name="connsiteX3-49" fmla="*/ 12830783 w 12830783"/>
              <a:gd name="connsiteY3-50" fmla="*/ 603115 h 1605064"/>
              <a:gd name="connsiteX4-51" fmla="*/ 6741268 w 12830783"/>
              <a:gd name="connsiteY4-52" fmla="*/ 1605064 h 1605064"/>
              <a:gd name="connsiteX5-53" fmla="*/ 0 w 12830783"/>
              <a:gd name="connsiteY5-54" fmla="*/ 29183 h 1605064"/>
              <a:gd name="connsiteX6-55" fmla="*/ 632298 w 12830783"/>
              <a:gd name="connsiteY6-56" fmla="*/ 0 h 1605064"/>
              <a:gd name="connsiteX0-57" fmla="*/ 836579 w 12830783"/>
              <a:gd name="connsiteY0-58" fmla="*/ 0 h 1634247"/>
              <a:gd name="connsiteX1-59" fmla="*/ 6741268 w 12830783"/>
              <a:gd name="connsiteY1-60" fmla="*/ 1536971 h 1634247"/>
              <a:gd name="connsiteX2-61" fmla="*/ 12830783 w 12830783"/>
              <a:gd name="connsiteY2-62" fmla="*/ 48639 h 1634247"/>
              <a:gd name="connsiteX3-63" fmla="*/ 12830783 w 12830783"/>
              <a:gd name="connsiteY3-64" fmla="*/ 632298 h 1634247"/>
              <a:gd name="connsiteX4-65" fmla="*/ 6741268 w 12830783"/>
              <a:gd name="connsiteY4-66" fmla="*/ 1634247 h 1634247"/>
              <a:gd name="connsiteX5-67" fmla="*/ 0 w 12830783"/>
              <a:gd name="connsiteY5-68" fmla="*/ 58366 h 1634247"/>
              <a:gd name="connsiteX6-69" fmla="*/ 836579 w 12830783"/>
              <a:gd name="connsiteY6-70" fmla="*/ 0 h 1634247"/>
              <a:gd name="connsiteX0-71" fmla="*/ 836579 w 12830783"/>
              <a:gd name="connsiteY0-72" fmla="*/ 0 h 1702340"/>
              <a:gd name="connsiteX1-73" fmla="*/ 6741268 w 12830783"/>
              <a:gd name="connsiteY1-74" fmla="*/ 1536971 h 1702340"/>
              <a:gd name="connsiteX2-75" fmla="*/ 12830783 w 12830783"/>
              <a:gd name="connsiteY2-76" fmla="*/ 48639 h 1702340"/>
              <a:gd name="connsiteX3-77" fmla="*/ 12830783 w 12830783"/>
              <a:gd name="connsiteY3-78" fmla="*/ 632298 h 1702340"/>
              <a:gd name="connsiteX4-79" fmla="*/ 6750996 w 12830783"/>
              <a:gd name="connsiteY4-80" fmla="*/ 1702340 h 1702340"/>
              <a:gd name="connsiteX5-81" fmla="*/ 0 w 12830783"/>
              <a:gd name="connsiteY5-82" fmla="*/ 58366 h 1702340"/>
              <a:gd name="connsiteX6-83" fmla="*/ 836579 w 12830783"/>
              <a:gd name="connsiteY6-84" fmla="*/ 0 h 1702340"/>
              <a:gd name="connsiteX0-85" fmla="*/ 836579 w 12830783"/>
              <a:gd name="connsiteY0-86" fmla="*/ 0 h 1702340"/>
              <a:gd name="connsiteX1-87" fmla="*/ 6741268 w 12830783"/>
              <a:gd name="connsiteY1-88" fmla="*/ 1536971 h 1702340"/>
              <a:gd name="connsiteX2-89" fmla="*/ 12470860 w 12830783"/>
              <a:gd name="connsiteY2-90" fmla="*/ 19456 h 1702340"/>
              <a:gd name="connsiteX3-91" fmla="*/ 12830783 w 12830783"/>
              <a:gd name="connsiteY3-92" fmla="*/ 632298 h 1702340"/>
              <a:gd name="connsiteX4-93" fmla="*/ 6750996 w 12830783"/>
              <a:gd name="connsiteY4-94" fmla="*/ 1702340 h 1702340"/>
              <a:gd name="connsiteX5-95" fmla="*/ 0 w 12830783"/>
              <a:gd name="connsiteY5-96" fmla="*/ 58366 h 1702340"/>
              <a:gd name="connsiteX6-97" fmla="*/ 836579 w 12830783"/>
              <a:gd name="connsiteY6-98" fmla="*/ 0 h 1702340"/>
              <a:gd name="connsiteX0-99" fmla="*/ 836579 w 13239345"/>
              <a:gd name="connsiteY0-100" fmla="*/ 0 h 1702340"/>
              <a:gd name="connsiteX1-101" fmla="*/ 6741268 w 13239345"/>
              <a:gd name="connsiteY1-102" fmla="*/ 1536971 h 1702340"/>
              <a:gd name="connsiteX2-103" fmla="*/ 12470860 w 13239345"/>
              <a:gd name="connsiteY2-104" fmla="*/ 19456 h 1702340"/>
              <a:gd name="connsiteX3-105" fmla="*/ 13239345 w 13239345"/>
              <a:gd name="connsiteY3-106" fmla="*/ 107004 h 1702340"/>
              <a:gd name="connsiteX4-107" fmla="*/ 6750996 w 13239345"/>
              <a:gd name="connsiteY4-108" fmla="*/ 1702340 h 1702340"/>
              <a:gd name="connsiteX5-109" fmla="*/ 0 w 13239345"/>
              <a:gd name="connsiteY5-110" fmla="*/ 58366 h 1702340"/>
              <a:gd name="connsiteX6-111" fmla="*/ 836579 w 13239345"/>
              <a:gd name="connsiteY6-112" fmla="*/ 0 h 1702340"/>
              <a:gd name="connsiteX0-113" fmla="*/ 836579 w 13239345"/>
              <a:gd name="connsiteY0-114" fmla="*/ 107003 h 1809343"/>
              <a:gd name="connsiteX1-115" fmla="*/ 6741268 w 13239345"/>
              <a:gd name="connsiteY1-116" fmla="*/ 1643974 h 1809343"/>
              <a:gd name="connsiteX2-117" fmla="*/ 12169303 w 13239345"/>
              <a:gd name="connsiteY2-118" fmla="*/ 0 h 1809343"/>
              <a:gd name="connsiteX3-119" fmla="*/ 13239345 w 13239345"/>
              <a:gd name="connsiteY3-120" fmla="*/ 214007 h 1809343"/>
              <a:gd name="connsiteX4-121" fmla="*/ 6750996 w 13239345"/>
              <a:gd name="connsiteY4-122" fmla="*/ 1809343 h 1809343"/>
              <a:gd name="connsiteX5-123" fmla="*/ 0 w 13239345"/>
              <a:gd name="connsiteY5-124" fmla="*/ 165369 h 1809343"/>
              <a:gd name="connsiteX6-125" fmla="*/ 836579 w 13239345"/>
              <a:gd name="connsiteY6-126" fmla="*/ 107003 h 1809343"/>
              <a:gd name="connsiteX0-127" fmla="*/ 1342417 w 13239345"/>
              <a:gd name="connsiteY0-128" fmla="*/ 29182 h 1809343"/>
              <a:gd name="connsiteX1-129" fmla="*/ 6741268 w 13239345"/>
              <a:gd name="connsiteY1-130" fmla="*/ 1643974 h 1809343"/>
              <a:gd name="connsiteX2-131" fmla="*/ 12169303 w 13239345"/>
              <a:gd name="connsiteY2-132" fmla="*/ 0 h 1809343"/>
              <a:gd name="connsiteX3-133" fmla="*/ 13239345 w 13239345"/>
              <a:gd name="connsiteY3-134" fmla="*/ 214007 h 1809343"/>
              <a:gd name="connsiteX4-135" fmla="*/ 6750996 w 13239345"/>
              <a:gd name="connsiteY4-136" fmla="*/ 1809343 h 1809343"/>
              <a:gd name="connsiteX5-137" fmla="*/ 0 w 13239345"/>
              <a:gd name="connsiteY5-138" fmla="*/ 165369 h 1809343"/>
              <a:gd name="connsiteX6-139" fmla="*/ 1342417 w 13239345"/>
              <a:gd name="connsiteY6-140" fmla="*/ 29182 h 1809343"/>
              <a:gd name="connsiteX0-141" fmla="*/ 1294792 w 13239345"/>
              <a:gd name="connsiteY0-142" fmla="*/ 607 h 1809343"/>
              <a:gd name="connsiteX1-143" fmla="*/ 6741268 w 13239345"/>
              <a:gd name="connsiteY1-144" fmla="*/ 1643974 h 1809343"/>
              <a:gd name="connsiteX2-145" fmla="*/ 12169303 w 13239345"/>
              <a:gd name="connsiteY2-146" fmla="*/ 0 h 1809343"/>
              <a:gd name="connsiteX3-147" fmla="*/ 13239345 w 13239345"/>
              <a:gd name="connsiteY3-148" fmla="*/ 214007 h 1809343"/>
              <a:gd name="connsiteX4-149" fmla="*/ 6750996 w 13239345"/>
              <a:gd name="connsiteY4-150" fmla="*/ 1809343 h 1809343"/>
              <a:gd name="connsiteX5-151" fmla="*/ 0 w 13239345"/>
              <a:gd name="connsiteY5-152" fmla="*/ 165369 h 1809343"/>
              <a:gd name="connsiteX6-153" fmla="*/ 1294792 w 13239345"/>
              <a:gd name="connsiteY6-154" fmla="*/ 607 h 1809343"/>
              <a:gd name="connsiteX0-155" fmla="*/ 1294792 w 13239345"/>
              <a:gd name="connsiteY0-156" fmla="*/ 607 h 1809343"/>
              <a:gd name="connsiteX1-157" fmla="*/ 6741268 w 13239345"/>
              <a:gd name="connsiteY1-158" fmla="*/ 1643974 h 1809343"/>
              <a:gd name="connsiteX2-159" fmla="*/ 12169303 w 13239345"/>
              <a:gd name="connsiteY2-160" fmla="*/ 0 h 1809343"/>
              <a:gd name="connsiteX3-161" fmla="*/ 13239345 w 13239345"/>
              <a:gd name="connsiteY3-162" fmla="*/ 214007 h 1809343"/>
              <a:gd name="connsiteX4-163" fmla="*/ 6750996 w 13239345"/>
              <a:gd name="connsiteY4-164" fmla="*/ 1809343 h 1809343"/>
              <a:gd name="connsiteX5-165" fmla="*/ 0 w 13239345"/>
              <a:gd name="connsiteY5-166" fmla="*/ 165369 h 1809343"/>
              <a:gd name="connsiteX6-167" fmla="*/ 1294792 w 13239345"/>
              <a:gd name="connsiteY6-168" fmla="*/ 607 h 1809343"/>
              <a:gd name="connsiteX0-169" fmla="*/ 1294792 w 13239345"/>
              <a:gd name="connsiteY0-170" fmla="*/ 607 h 1809343"/>
              <a:gd name="connsiteX1-171" fmla="*/ 6741268 w 13239345"/>
              <a:gd name="connsiteY1-172" fmla="*/ 1643974 h 1809343"/>
              <a:gd name="connsiteX2-173" fmla="*/ 12169303 w 13239345"/>
              <a:gd name="connsiteY2-174" fmla="*/ 0 h 1809343"/>
              <a:gd name="connsiteX3-175" fmla="*/ 13239345 w 13239345"/>
              <a:gd name="connsiteY3-176" fmla="*/ 214007 h 1809343"/>
              <a:gd name="connsiteX4-177" fmla="*/ 6750996 w 13239345"/>
              <a:gd name="connsiteY4-178" fmla="*/ 1809343 h 1809343"/>
              <a:gd name="connsiteX5-179" fmla="*/ 0 w 13239345"/>
              <a:gd name="connsiteY5-180" fmla="*/ 165369 h 1809343"/>
              <a:gd name="connsiteX6-181" fmla="*/ 1294792 w 13239345"/>
              <a:gd name="connsiteY6-182" fmla="*/ 607 h 1809343"/>
              <a:gd name="connsiteX0-183" fmla="*/ 1294792 w 13239345"/>
              <a:gd name="connsiteY0-184" fmla="*/ 607 h 1809343"/>
              <a:gd name="connsiteX1-185" fmla="*/ 6741268 w 13239345"/>
              <a:gd name="connsiteY1-186" fmla="*/ 1643974 h 1809343"/>
              <a:gd name="connsiteX2-187" fmla="*/ 12169303 w 13239345"/>
              <a:gd name="connsiteY2-188" fmla="*/ 0 h 1809343"/>
              <a:gd name="connsiteX3-189" fmla="*/ 13239345 w 13239345"/>
              <a:gd name="connsiteY3-190" fmla="*/ 214007 h 1809343"/>
              <a:gd name="connsiteX4-191" fmla="*/ 6750996 w 13239345"/>
              <a:gd name="connsiteY4-192" fmla="*/ 1809343 h 1809343"/>
              <a:gd name="connsiteX5-193" fmla="*/ 0 w 13239345"/>
              <a:gd name="connsiteY5-194" fmla="*/ 165369 h 1809343"/>
              <a:gd name="connsiteX6-195" fmla="*/ 1294792 w 13239345"/>
              <a:gd name="connsiteY6-196" fmla="*/ 607 h 1809343"/>
              <a:gd name="connsiteX0-197" fmla="*/ 1294792 w 13239345"/>
              <a:gd name="connsiteY0-198" fmla="*/ 607 h 1809343"/>
              <a:gd name="connsiteX1-199" fmla="*/ 6741268 w 13239345"/>
              <a:gd name="connsiteY1-200" fmla="*/ 1643974 h 1809343"/>
              <a:gd name="connsiteX2-201" fmla="*/ 12169303 w 13239345"/>
              <a:gd name="connsiteY2-202" fmla="*/ 0 h 1809343"/>
              <a:gd name="connsiteX3-203" fmla="*/ 13239345 w 13239345"/>
              <a:gd name="connsiteY3-204" fmla="*/ 214007 h 1809343"/>
              <a:gd name="connsiteX4-205" fmla="*/ 6750996 w 13239345"/>
              <a:gd name="connsiteY4-206" fmla="*/ 1809343 h 1809343"/>
              <a:gd name="connsiteX5-207" fmla="*/ 0 w 13239345"/>
              <a:gd name="connsiteY5-208" fmla="*/ 165369 h 1809343"/>
              <a:gd name="connsiteX6-209" fmla="*/ 1294792 w 13239345"/>
              <a:gd name="connsiteY6-210" fmla="*/ 607 h 1809343"/>
              <a:gd name="connsiteX0-211" fmla="*/ 1294792 w 13239345"/>
              <a:gd name="connsiteY0-212" fmla="*/ 607 h 1809343"/>
              <a:gd name="connsiteX1-213" fmla="*/ 6741268 w 13239345"/>
              <a:gd name="connsiteY1-214" fmla="*/ 1643974 h 1809343"/>
              <a:gd name="connsiteX2-215" fmla="*/ 12169303 w 13239345"/>
              <a:gd name="connsiteY2-216" fmla="*/ 0 h 1809343"/>
              <a:gd name="connsiteX3-217" fmla="*/ 13239345 w 13239345"/>
              <a:gd name="connsiteY3-218" fmla="*/ 214007 h 1809343"/>
              <a:gd name="connsiteX4-219" fmla="*/ 6750996 w 13239345"/>
              <a:gd name="connsiteY4-220" fmla="*/ 1809343 h 1809343"/>
              <a:gd name="connsiteX5-221" fmla="*/ 0 w 13239345"/>
              <a:gd name="connsiteY5-222" fmla="*/ 165369 h 1809343"/>
              <a:gd name="connsiteX6-223" fmla="*/ 1294792 w 13239345"/>
              <a:gd name="connsiteY6-224" fmla="*/ 607 h 1809343"/>
              <a:gd name="connsiteX0-225" fmla="*/ 1294792 w 13239345"/>
              <a:gd name="connsiteY0-226" fmla="*/ 607 h 1809343"/>
              <a:gd name="connsiteX1-227" fmla="*/ 6741268 w 13239345"/>
              <a:gd name="connsiteY1-228" fmla="*/ 1643974 h 1809343"/>
              <a:gd name="connsiteX2-229" fmla="*/ 12169303 w 13239345"/>
              <a:gd name="connsiteY2-230" fmla="*/ 0 h 1809343"/>
              <a:gd name="connsiteX3-231" fmla="*/ 13239345 w 13239345"/>
              <a:gd name="connsiteY3-232" fmla="*/ 214007 h 1809343"/>
              <a:gd name="connsiteX4-233" fmla="*/ 6750996 w 13239345"/>
              <a:gd name="connsiteY4-234" fmla="*/ 1809343 h 1809343"/>
              <a:gd name="connsiteX5-235" fmla="*/ 0 w 13239345"/>
              <a:gd name="connsiteY5-236" fmla="*/ 165369 h 1809343"/>
              <a:gd name="connsiteX6-237" fmla="*/ 1294792 w 13239345"/>
              <a:gd name="connsiteY6-238" fmla="*/ 607 h 1809343"/>
              <a:gd name="connsiteX0-239" fmla="*/ 1294792 w 13239345"/>
              <a:gd name="connsiteY0-240" fmla="*/ 607 h 1809343"/>
              <a:gd name="connsiteX1-241" fmla="*/ 6741268 w 13239345"/>
              <a:gd name="connsiteY1-242" fmla="*/ 1643974 h 1809343"/>
              <a:gd name="connsiteX2-243" fmla="*/ 12169303 w 13239345"/>
              <a:gd name="connsiteY2-244" fmla="*/ 0 h 1809343"/>
              <a:gd name="connsiteX3-245" fmla="*/ 13239345 w 13239345"/>
              <a:gd name="connsiteY3-246" fmla="*/ 214007 h 1809343"/>
              <a:gd name="connsiteX4-247" fmla="*/ 6750996 w 13239345"/>
              <a:gd name="connsiteY4-248" fmla="*/ 1809343 h 1809343"/>
              <a:gd name="connsiteX5-249" fmla="*/ 0 w 13239345"/>
              <a:gd name="connsiteY5-250" fmla="*/ 165369 h 1809343"/>
              <a:gd name="connsiteX6-251" fmla="*/ 1294792 w 13239345"/>
              <a:gd name="connsiteY6-252" fmla="*/ 607 h 1809343"/>
              <a:gd name="connsiteX0-253" fmla="*/ 1294792 w 13239345"/>
              <a:gd name="connsiteY0-254" fmla="*/ 607 h 1809343"/>
              <a:gd name="connsiteX1-255" fmla="*/ 6741268 w 13239345"/>
              <a:gd name="connsiteY1-256" fmla="*/ 1643974 h 1809343"/>
              <a:gd name="connsiteX2-257" fmla="*/ 12169303 w 13239345"/>
              <a:gd name="connsiteY2-258" fmla="*/ 0 h 1809343"/>
              <a:gd name="connsiteX3-259" fmla="*/ 13239345 w 13239345"/>
              <a:gd name="connsiteY3-260" fmla="*/ 214007 h 1809343"/>
              <a:gd name="connsiteX4-261" fmla="*/ 6750996 w 13239345"/>
              <a:gd name="connsiteY4-262" fmla="*/ 1809343 h 1809343"/>
              <a:gd name="connsiteX5-263" fmla="*/ 0 w 13239345"/>
              <a:gd name="connsiteY5-264" fmla="*/ 165369 h 1809343"/>
              <a:gd name="connsiteX6-265" fmla="*/ 1294792 w 13239345"/>
              <a:gd name="connsiteY6-266" fmla="*/ 607 h 1809343"/>
              <a:gd name="connsiteX0-267" fmla="*/ 1294792 w 13239345"/>
              <a:gd name="connsiteY0-268" fmla="*/ 607 h 1809343"/>
              <a:gd name="connsiteX1-269" fmla="*/ 6741268 w 13239345"/>
              <a:gd name="connsiteY1-270" fmla="*/ 1643974 h 1809343"/>
              <a:gd name="connsiteX2-271" fmla="*/ 12169303 w 13239345"/>
              <a:gd name="connsiteY2-272" fmla="*/ 0 h 1809343"/>
              <a:gd name="connsiteX3-273" fmla="*/ 13239345 w 13239345"/>
              <a:gd name="connsiteY3-274" fmla="*/ 214007 h 1809343"/>
              <a:gd name="connsiteX4-275" fmla="*/ 6750996 w 13239345"/>
              <a:gd name="connsiteY4-276" fmla="*/ 1809343 h 1809343"/>
              <a:gd name="connsiteX5-277" fmla="*/ 0 w 13239345"/>
              <a:gd name="connsiteY5-278" fmla="*/ 165369 h 1809343"/>
              <a:gd name="connsiteX6-279" fmla="*/ 1294792 w 13239345"/>
              <a:gd name="connsiteY6-280" fmla="*/ 607 h 1809343"/>
              <a:gd name="connsiteX0-281" fmla="*/ 1294792 w 13239345"/>
              <a:gd name="connsiteY0-282" fmla="*/ 607 h 1809343"/>
              <a:gd name="connsiteX1-283" fmla="*/ 6741268 w 13239345"/>
              <a:gd name="connsiteY1-284" fmla="*/ 1643974 h 1809343"/>
              <a:gd name="connsiteX2-285" fmla="*/ 12169303 w 13239345"/>
              <a:gd name="connsiteY2-286" fmla="*/ 0 h 1809343"/>
              <a:gd name="connsiteX3-287" fmla="*/ 13239345 w 13239345"/>
              <a:gd name="connsiteY3-288" fmla="*/ 214007 h 1809343"/>
              <a:gd name="connsiteX4-289" fmla="*/ 6750996 w 13239345"/>
              <a:gd name="connsiteY4-290" fmla="*/ 1809343 h 1809343"/>
              <a:gd name="connsiteX5-291" fmla="*/ 0 w 13239345"/>
              <a:gd name="connsiteY5-292" fmla="*/ 165369 h 1809343"/>
              <a:gd name="connsiteX6-293" fmla="*/ 1294792 w 13239345"/>
              <a:gd name="connsiteY6-294" fmla="*/ 607 h 1809343"/>
              <a:gd name="connsiteX0-295" fmla="*/ 1294792 w 12651516"/>
              <a:gd name="connsiteY0-296" fmla="*/ 607 h 1809343"/>
              <a:gd name="connsiteX1-297" fmla="*/ 6741268 w 12651516"/>
              <a:gd name="connsiteY1-298" fmla="*/ 1643974 h 1809343"/>
              <a:gd name="connsiteX2-299" fmla="*/ 12169303 w 12651516"/>
              <a:gd name="connsiteY2-300" fmla="*/ 0 h 1809343"/>
              <a:gd name="connsiteX3-301" fmla="*/ 12651516 w 12651516"/>
              <a:gd name="connsiteY3-302" fmla="*/ 83379 h 1809343"/>
              <a:gd name="connsiteX4-303" fmla="*/ 6750996 w 12651516"/>
              <a:gd name="connsiteY4-304" fmla="*/ 1809343 h 1809343"/>
              <a:gd name="connsiteX5-305" fmla="*/ 0 w 12651516"/>
              <a:gd name="connsiteY5-306" fmla="*/ 165369 h 1809343"/>
              <a:gd name="connsiteX6-307" fmla="*/ 1294792 w 12651516"/>
              <a:gd name="connsiteY6-308" fmla="*/ 607 h 1809343"/>
              <a:gd name="connsiteX0-309" fmla="*/ 1294792 w 12564431"/>
              <a:gd name="connsiteY0-310" fmla="*/ 607 h 1809343"/>
              <a:gd name="connsiteX1-311" fmla="*/ 6741268 w 12564431"/>
              <a:gd name="connsiteY1-312" fmla="*/ 1643974 h 1809343"/>
              <a:gd name="connsiteX2-313" fmla="*/ 12169303 w 12564431"/>
              <a:gd name="connsiteY2-314" fmla="*/ 0 h 1809343"/>
              <a:gd name="connsiteX3-315" fmla="*/ 12564431 w 12564431"/>
              <a:gd name="connsiteY3-316" fmla="*/ 83379 h 1809343"/>
              <a:gd name="connsiteX4-317" fmla="*/ 6750996 w 12564431"/>
              <a:gd name="connsiteY4-318" fmla="*/ 1809343 h 1809343"/>
              <a:gd name="connsiteX5-319" fmla="*/ 0 w 12564431"/>
              <a:gd name="connsiteY5-320" fmla="*/ 165369 h 1809343"/>
              <a:gd name="connsiteX6-321" fmla="*/ 1294792 w 12564431"/>
              <a:gd name="connsiteY6-322" fmla="*/ 607 h 1809343"/>
              <a:gd name="connsiteX0-323" fmla="*/ 423935 w 11693574"/>
              <a:gd name="connsiteY0-324" fmla="*/ 607 h 1809343"/>
              <a:gd name="connsiteX1-325" fmla="*/ 5870411 w 11693574"/>
              <a:gd name="connsiteY1-326" fmla="*/ 1643974 h 1809343"/>
              <a:gd name="connsiteX2-327" fmla="*/ 11298446 w 11693574"/>
              <a:gd name="connsiteY2-328" fmla="*/ 0 h 1809343"/>
              <a:gd name="connsiteX3-329" fmla="*/ 11693574 w 11693574"/>
              <a:gd name="connsiteY3-330" fmla="*/ 83379 h 1809343"/>
              <a:gd name="connsiteX4-331" fmla="*/ 5880139 w 11693574"/>
              <a:gd name="connsiteY4-332" fmla="*/ 1809343 h 1809343"/>
              <a:gd name="connsiteX5-333" fmla="*/ 0 w 11693574"/>
              <a:gd name="connsiteY5-334" fmla="*/ 45626 h 1809343"/>
              <a:gd name="connsiteX6-335" fmla="*/ 423935 w 11693574"/>
              <a:gd name="connsiteY6-336" fmla="*/ 607 h 1809343"/>
              <a:gd name="connsiteX0-337" fmla="*/ 423935 w 11693574"/>
              <a:gd name="connsiteY0-338" fmla="*/ 607 h 1733143"/>
              <a:gd name="connsiteX1-339" fmla="*/ 5870411 w 11693574"/>
              <a:gd name="connsiteY1-340" fmla="*/ 1643974 h 1733143"/>
              <a:gd name="connsiteX2-341" fmla="*/ 11298446 w 11693574"/>
              <a:gd name="connsiteY2-342" fmla="*/ 0 h 1733143"/>
              <a:gd name="connsiteX3-343" fmla="*/ 11693574 w 11693574"/>
              <a:gd name="connsiteY3-344" fmla="*/ 83379 h 1733143"/>
              <a:gd name="connsiteX4-345" fmla="*/ 5880139 w 11693574"/>
              <a:gd name="connsiteY4-346" fmla="*/ 1733143 h 1733143"/>
              <a:gd name="connsiteX5-347" fmla="*/ 0 w 11693574"/>
              <a:gd name="connsiteY5-348" fmla="*/ 45626 h 1733143"/>
              <a:gd name="connsiteX6-349" fmla="*/ 423935 w 11693574"/>
              <a:gd name="connsiteY6-350" fmla="*/ 607 h 1733143"/>
              <a:gd name="connsiteX0-351" fmla="*/ 423935 w 11709902"/>
              <a:gd name="connsiteY0-352" fmla="*/ 607 h 1733143"/>
              <a:gd name="connsiteX1-353" fmla="*/ 5870411 w 11709902"/>
              <a:gd name="connsiteY1-354" fmla="*/ 1643974 h 1733143"/>
              <a:gd name="connsiteX2-355" fmla="*/ 11298446 w 11709902"/>
              <a:gd name="connsiteY2-356" fmla="*/ 0 h 1733143"/>
              <a:gd name="connsiteX3-357" fmla="*/ 11709902 w 11709902"/>
              <a:gd name="connsiteY3-358" fmla="*/ 83379 h 1733143"/>
              <a:gd name="connsiteX4-359" fmla="*/ 5880139 w 11709902"/>
              <a:gd name="connsiteY4-360" fmla="*/ 1733143 h 1733143"/>
              <a:gd name="connsiteX5-361" fmla="*/ 0 w 11709902"/>
              <a:gd name="connsiteY5-362" fmla="*/ 45626 h 1733143"/>
              <a:gd name="connsiteX6-363" fmla="*/ 423935 w 11709902"/>
              <a:gd name="connsiteY6-364" fmla="*/ 607 h 1733143"/>
              <a:gd name="connsiteX0-365" fmla="*/ 423935 w 11571109"/>
              <a:gd name="connsiteY0-366" fmla="*/ 607 h 1733143"/>
              <a:gd name="connsiteX1-367" fmla="*/ 5870411 w 11571109"/>
              <a:gd name="connsiteY1-368" fmla="*/ 1643974 h 1733143"/>
              <a:gd name="connsiteX2-369" fmla="*/ 11298446 w 11571109"/>
              <a:gd name="connsiteY2-370" fmla="*/ 0 h 1733143"/>
              <a:gd name="connsiteX3-371" fmla="*/ 11571109 w 11571109"/>
              <a:gd name="connsiteY3-372" fmla="*/ 116036 h 1733143"/>
              <a:gd name="connsiteX4-373" fmla="*/ 5880139 w 11571109"/>
              <a:gd name="connsiteY4-374" fmla="*/ 1733143 h 1733143"/>
              <a:gd name="connsiteX5-375" fmla="*/ 0 w 11571109"/>
              <a:gd name="connsiteY5-376" fmla="*/ 45626 h 1733143"/>
              <a:gd name="connsiteX6-377" fmla="*/ 423935 w 11571109"/>
              <a:gd name="connsiteY6-378" fmla="*/ 607 h 1733143"/>
              <a:gd name="connsiteX0-379" fmla="*/ 423935 w 11579274"/>
              <a:gd name="connsiteY0-380" fmla="*/ 607 h 1733143"/>
              <a:gd name="connsiteX1-381" fmla="*/ 5870411 w 11579274"/>
              <a:gd name="connsiteY1-382" fmla="*/ 1643974 h 1733143"/>
              <a:gd name="connsiteX2-383" fmla="*/ 11298446 w 11579274"/>
              <a:gd name="connsiteY2-384" fmla="*/ 0 h 1733143"/>
              <a:gd name="connsiteX3-385" fmla="*/ 11579274 w 11579274"/>
              <a:gd name="connsiteY3-386" fmla="*/ 116036 h 1733143"/>
              <a:gd name="connsiteX4-387" fmla="*/ 5880139 w 11579274"/>
              <a:gd name="connsiteY4-388" fmla="*/ 1733143 h 1733143"/>
              <a:gd name="connsiteX5-389" fmla="*/ 0 w 11579274"/>
              <a:gd name="connsiteY5-390" fmla="*/ 45626 h 1733143"/>
              <a:gd name="connsiteX6-391" fmla="*/ 423935 w 11579274"/>
              <a:gd name="connsiteY6-392" fmla="*/ 607 h 1733143"/>
              <a:gd name="connsiteX0-393" fmla="*/ 423935 w 11579274"/>
              <a:gd name="connsiteY0-394" fmla="*/ 0 h 1732536"/>
              <a:gd name="connsiteX1-395" fmla="*/ 5870411 w 11579274"/>
              <a:gd name="connsiteY1-396" fmla="*/ 1643367 h 1732536"/>
              <a:gd name="connsiteX2-397" fmla="*/ 11233132 w 11579274"/>
              <a:gd name="connsiteY2-398" fmla="*/ 48379 h 1732536"/>
              <a:gd name="connsiteX3-399" fmla="*/ 11579274 w 11579274"/>
              <a:gd name="connsiteY3-400" fmla="*/ 115429 h 1732536"/>
              <a:gd name="connsiteX4-401" fmla="*/ 5880139 w 11579274"/>
              <a:gd name="connsiteY4-402" fmla="*/ 1732536 h 1732536"/>
              <a:gd name="connsiteX5-403" fmla="*/ 0 w 11579274"/>
              <a:gd name="connsiteY5-404" fmla="*/ 45019 h 1732536"/>
              <a:gd name="connsiteX6-405" fmla="*/ 423935 w 11579274"/>
              <a:gd name="connsiteY6-406" fmla="*/ 0 h 1732536"/>
              <a:gd name="connsiteX0-407" fmla="*/ 423935 w 11579274"/>
              <a:gd name="connsiteY0-408" fmla="*/ 0 h 1732536"/>
              <a:gd name="connsiteX1-409" fmla="*/ 5870411 w 11579274"/>
              <a:gd name="connsiteY1-410" fmla="*/ 1643367 h 1732536"/>
              <a:gd name="connsiteX2-411" fmla="*/ 11241297 w 11579274"/>
              <a:gd name="connsiteY2-412" fmla="*/ 32050 h 1732536"/>
              <a:gd name="connsiteX3-413" fmla="*/ 11579274 w 11579274"/>
              <a:gd name="connsiteY3-414" fmla="*/ 115429 h 1732536"/>
              <a:gd name="connsiteX4-415" fmla="*/ 5880139 w 11579274"/>
              <a:gd name="connsiteY4-416" fmla="*/ 1732536 h 1732536"/>
              <a:gd name="connsiteX5-417" fmla="*/ 0 w 11579274"/>
              <a:gd name="connsiteY5-418" fmla="*/ 45019 h 1732536"/>
              <a:gd name="connsiteX6-419" fmla="*/ 423935 w 11579274"/>
              <a:gd name="connsiteY6-420" fmla="*/ 0 h 1732536"/>
              <a:gd name="connsiteX0-421" fmla="*/ 423935 w 11579274"/>
              <a:gd name="connsiteY0-422" fmla="*/ 0 h 1732536"/>
              <a:gd name="connsiteX1-423" fmla="*/ 5870411 w 11579274"/>
              <a:gd name="connsiteY1-424" fmla="*/ 1643367 h 1732536"/>
              <a:gd name="connsiteX2-425" fmla="*/ 11241297 w 11579274"/>
              <a:gd name="connsiteY2-426" fmla="*/ 32050 h 1732536"/>
              <a:gd name="connsiteX3-427" fmla="*/ 11579274 w 11579274"/>
              <a:gd name="connsiteY3-428" fmla="*/ 115429 h 1732536"/>
              <a:gd name="connsiteX4-429" fmla="*/ 5880139 w 11579274"/>
              <a:gd name="connsiteY4-430" fmla="*/ 1732536 h 1732536"/>
              <a:gd name="connsiteX5-431" fmla="*/ 0 w 11579274"/>
              <a:gd name="connsiteY5-432" fmla="*/ 45019 h 1732536"/>
              <a:gd name="connsiteX6-433" fmla="*/ 423935 w 11579274"/>
              <a:gd name="connsiteY6-434" fmla="*/ 0 h 1732536"/>
              <a:gd name="connsiteX0-435" fmla="*/ 423935 w 11579274"/>
              <a:gd name="connsiteY0-436" fmla="*/ 0 h 1732536"/>
              <a:gd name="connsiteX1-437" fmla="*/ 5870411 w 11579274"/>
              <a:gd name="connsiteY1-438" fmla="*/ 1643367 h 1732536"/>
              <a:gd name="connsiteX2-439" fmla="*/ 11224968 w 11579274"/>
              <a:gd name="connsiteY2-440" fmla="*/ 48379 h 1732536"/>
              <a:gd name="connsiteX3-441" fmla="*/ 11579274 w 11579274"/>
              <a:gd name="connsiteY3-442" fmla="*/ 115429 h 1732536"/>
              <a:gd name="connsiteX4-443" fmla="*/ 5880139 w 11579274"/>
              <a:gd name="connsiteY4-444" fmla="*/ 1732536 h 1732536"/>
              <a:gd name="connsiteX5-445" fmla="*/ 0 w 11579274"/>
              <a:gd name="connsiteY5-446" fmla="*/ 45019 h 1732536"/>
              <a:gd name="connsiteX6-447" fmla="*/ 423935 w 11579274"/>
              <a:gd name="connsiteY6-448" fmla="*/ 0 h 1732536"/>
              <a:gd name="connsiteX0-449" fmla="*/ 219828 w 11375167"/>
              <a:gd name="connsiteY0-450" fmla="*/ 0 h 1732536"/>
              <a:gd name="connsiteX1-451" fmla="*/ 5666304 w 11375167"/>
              <a:gd name="connsiteY1-452" fmla="*/ 1643367 h 1732536"/>
              <a:gd name="connsiteX2-453" fmla="*/ 11020861 w 11375167"/>
              <a:gd name="connsiteY2-454" fmla="*/ 48379 h 1732536"/>
              <a:gd name="connsiteX3-455" fmla="*/ 11375167 w 11375167"/>
              <a:gd name="connsiteY3-456" fmla="*/ 115429 h 1732536"/>
              <a:gd name="connsiteX4-457" fmla="*/ 5676032 w 11375167"/>
              <a:gd name="connsiteY4-458" fmla="*/ 1732536 h 1732536"/>
              <a:gd name="connsiteX5-459" fmla="*/ 0 w 11375167"/>
              <a:gd name="connsiteY5-460" fmla="*/ 77676 h 1732536"/>
              <a:gd name="connsiteX6-461" fmla="*/ 219828 w 11375167"/>
              <a:gd name="connsiteY6-462" fmla="*/ 0 h 1732536"/>
              <a:gd name="connsiteX0-463" fmla="*/ 293307 w 11375167"/>
              <a:gd name="connsiteY0-464" fmla="*/ 0 h 1708044"/>
              <a:gd name="connsiteX1-465" fmla="*/ 5666304 w 11375167"/>
              <a:gd name="connsiteY1-466" fmla="*/ 1618875 h 1708044"/>
              <a:gd name="connsiteX2-467" fmla="*/ 11020861 w 11375167"/>
              <a:gd name="connsiteY2-468" fmla="*/ 23887 h 1708044"/>
              <a:gd name="connsiteX3-469" fmla="*/ 11375167 w 11375167"/>
              <a:gd name="connsiteY3-470" fmla="*/ 90937 h 1708044"/>
              <a:gd name="connsiteX4-471" fmla="*/ 5676032 w 11375167"/>
              <a:gd name="connsiteY4-472" fmla="*/ 1708044 h 1708044"/>
              <a:gd name="connsiteX5-473" fmla="*/ 0 w 11375167"/>
              <a:gd name="connsiteY5-474" fmla="*/ 53184 h 1708044"/>
              <a:gd name="connsiteX6-475" fmla="*/ 293307 w 11375167"/>
              <a:gd name="connsiteY6-476" fmla="*/ 0 h 1708044"/>
              <a:gd name="connsiteX0-477" fmla="*/ 317800 w 11375167"/>
              <a:gd name="connsiteY0-478" fmla="*/ 606 h 1684157"/>
              <a:gd name="connsiteX1-479" fmla="*/ 5666304 w 11375167"/>
              <a:gd name="connsiteY1-480" fmla="*/ 1594988 h 1684157"/>
              <a:gd name="connsiteX2-481" fmla="*/ 11020861 w 11375167"/>
              <a:gd name="connsiteY2-482" fmla="*/ 0 h 1684157"/>
              <a:gd name="connsiteX3-483" fmla="*/ 11375167 w 11375167"/>
              <a:gd name="connsiteY3-484" fmla="*/ 67050 h 1684157"/>
              <a:gd name="connsiteX4-485" fmla="*/ 5676032 w 11375167"/>
              <a:gd name="connsiteY4-486" fmla="*/ 1684157 h 1684157"/>
              <a:gd name="connsiteX5-487" fmla="*/ 0 w 11375167"/>
              <a:gd name="connsiteY5-488" fmla="*/ 29297 h 1684157"/>
              <a:gd name="connsiteX6-489" fmla="*/ 317800 w 11375167"/>
              <a:gd name="connsiteY6-490" fmla="*/ 606 h 1684157"/>
              <a:gd name="connsiteX0-491" fmla="*/ 285142 w 11342509"/>
              <a:gd name="connsiteY0-492" fmla="*/ 606 h 1684157"/>
              <a:gd name="connsiteX1-493" fmla="*/ 5633646 w 11342509"/>
              <a:gd name="connsiteY1-494" fmla="*/ 1594988 h 1684157"/>
              <a:gd name="connsiteX2-495" fmla="*/ 10988203 w 11342509"/>
              <a:gd name="connsiteY2-496" fmla="*/ 0 h 1684157"/>
              <a:gd name="connsiteX3-497" fmla="*/ 11342509 w 11342509"/>
              <a:gd name="connsiteY3-498" fmla="*/ 67050 h 1684157"/>
              <a:gd name="connsiteX4-499" fmla="*/ 5643374 w 11342509"/>
              <a:gd name="connsiteY4-500" fmla="*/ 1684157 h 1684157"/>
              <a:gd name="connsiteX5-501" fmla="*/ 0 w 11342509"/>
              <a:gd name="connsiteY5-502" fmla="*/ 29297 h 1684157"/>
              <a:gd name="connsiteX6-503" fmla="*/ 285142 w 11342509"/>
              <a:gd name="connsiteY6-504" fmla="*/ 606 h 1684157"/>
              <a:gd name="connsiteX0-505" fmla="*/ 276977 w 11342509"/>
              <a:gd name="connsiteY0-506" fmla="*/ 0 h 1691715"/>
              <a:gd name="connsiteX1-507" fmla="*/ 5633646 w 11342509"/>
              <a:gd name="connsiteY1-508" fmla="*/ 1602546 h 1691715"/>
              <a:gd name="connsiteX2-509" fmla="*/ 10988203 w 11342509"/>
              <a:gd name="connsiteY2-510" fmla="*/ 7558 h 1691715"/>
              <a:gd name="connsiteX3-511" fmla="*/ 11342509 w 11342509"/>
              <a:gd name="connsiteY3-512" fmla="*/ 74608 h 1691715"/>
              <a:gd name="connsiteX4-513" fmla="*/ 5643374 w 11342509"/>
              <a:gd name="connsiteY4-514" fmla="*/ 1691715 h 1691715"/>
              <a:gd name="connsiteX5-515" fmla="*/ 0 w 11342509"/>
              <a:gd name="connsiteY5-516" fmla="*/ 36855 h 1691715"/>
              <a:gd name="connsiteX6-517" fmla="*/ 276977 w 11342509"/>
              <a:gd name="connsiteY6-518" fmla="*/ 0 h 1691715"/>
              <a:gd name="connsiteX0-519" fmla="*/ 276977 w 11342509"/>
              <a:gd name="connsiteY0-520" fmla="*/ 0 h 1691715"/>
              <a:gd name="connsiteX1-521" fmla="*/ 5633646 w 11342509"/>
              <a:gd name="connsiteY1-522" fmla="*/ 1602546 h 1691715"/>
              <a:gd name="connsiteX2-523" fmla="*/ 11018020 w 11342509"/>
              <a:gd name="connsiteY2-524" fmla="*/ 17498 h 1691715"/>
              <a:gd name="connsiteX3-525" fmla="*/ 11342509 w 11342509"/>
              <a:gd name="connsiteY3-526" fmla="*/ 74608 h 1691715"/>
              <a:gd name="connsiteX4-527" fmla="*/ 5643374 w 11342509"/>
              <a:gd name="connsiteY4-528" fmla="*/ 1691715 h 1691715"/>
              <a:gd name="connsiteX5-529" fmla="*/ 0 w 11342509"/>
              <a:gd name="connsiteY5-530" fmla="*/ 36855 h 1691715"/>
              <a:gd name="connsiteX6-531" fmla="*/ 276977 w 11342509"/>
              <a:gd name="connsiteY6-532" fmla="*/ 0 h 1691715"/>
              <a:gd name="connsiteX0-533" fmla="*/ 276977 w 11342509"/>
              <a:gd name="connsiteY0-534" fmla="*/ 0 h 1691715"/>
              <a:gd name="connsiteX1-535" fmla="*/ 5633646 w 11342509"/>
              <a:gd name="connsiteY1-536" fmla="*/ 1602546 h 1691715"/>
              <a:gd name="connsiteX2-537" fmla="*/ 11018020 w 11342509"/>
              <a:gd name="connsiteY2-538" fmla="*/ 17498 h 1691715"/>
              <a:gd name="connsiteX3-539" fmla="*/ 11342509 w 11342509"/>
              <a:gd name="connsiteY3-540" fmla="*/ 74608 h 1691715"/>
              <a:gd name="connsiteX4-541" fmla="*/ 5643374 w 11342509"/>
              <a:gd name="connsiteY4-542" fmla="*/ 1691715 h 1691715"/>
              <a:gd name="connsiteX5-543" fmla="*/ 0 w 11342509"/>
              <a:gd name="connsiteY5-544" fmla="*/ 36855 h 1691715"/>
              <a:gd name="connsiteX6-545" fmla="*/ 276977 w 11342509"/>
              <a:gd name="connsiteY6-546" fmla="*/ 0 h 1691715"/>
              <a:gd name="connsiteX0-547" fmla="*/ 276977 w 11342509"/>
              <a:gd name="connsiteY0-548" fmla="*/ 0 h 1691715"/>
              <a:gd name="connsiteX1-549" fmla="*/ 5633646 w 11342509"/>
              <a:gd name="connsiteY1-550" fmla="*/ 1602546 h 1691715"/>
              <a:gd name="connsiteX2-551" fmla="*/ 11047837 w 11342509"/>
              <a:gd name="connsiteY2-552" fmla="*/ 17498 h 1691715"/>
              <a:gd name="connsiteX3-553" fmla="*/ 11342509 w 11342509"/>
              <a:gd name="connsiteY3-554" fmla="*/ 74608 h 1691715"/>
              <a:gd name="connsiteX4-555" fmla="*/ 5643374 w 11342509"/>
              <a:gd name="connsiteY4-556" fmla="*/ 1691715 h 1691715"/>
              <a:gd name="connsiteX5-557" fmla="*/ 0 w 11342509"/>
              <a:gd name="connsiteY5-558" fmla="*/ 36855 h 1691715"/>
              <a:gd name="connsiteX6-559" fmla="*/ 276977 w 11342509"/>
              <a:gd name="connsiteY6-560" fmla="*/ 0 h 1691715"/>
              <a:gd name="connsiteX0-561" fmla="*/ 276977 w 11342509"/>
              <a:gd name="connsiteY0-562" fmla="*/ 0 h 1691715"/>
              <a:gd name="connsiteX1-563" fmla="*/ 5633646 w 11342509"/>
              <a:gd name="connsiteY1-564" fmla="*/ 1602546 h 1691715"/>
              <a:gd name="connsiteX2-565" fmla="*/ 11080494 w 11342509"/>
              <a:gd name="connsiteY2-566" fmla="*/ 17498 h 1691715"/>
              <a:gd name="connsiteX3-567" fmla="*/ 11342509 w 11342509"/>
              <a:gd name="connsiteY3-568" fmla="*/ 74608 h 1691715"/>
              <a:gd name="connsiteX4-569" fmla="*/ 5643374 w 11342509"/>
              <a:gd name="connsiteY4-570" fmla="*/ 1691715 h 1691715"/>
              <a:gd name="connsiteX5-571" fmla="*/ 0 w 11342509"/>
              <a:gd name="connsiteY5-572" fmla="*/ 36855 h 1691715"/>
              <a:gd name="connsiteX6-573" fmla="*/ 276977 w 11342509"/>
              <a:gd name="connsiteY6-574" fmla="*/ 0 h 1691715"/>
              <a:gd name="connsiteX0-575" fmla="*/ 276977 w 11342509"/>
              <a:gd name="connsiteY0-576" fmla="*/ 0 h 1691715"/>
              <a:gd name="connsiteX1-577" fmla="*/ 5633646 w 11342509"/>
              <a:gd name="connsiteY1-578" fmla="*/ 1602546 h 1691715"/>
              <a:gd name="connsiteX2-579" fmla="*/ 11080494 w 11342509"/>
              <a:gd name="connsiteY2-580" fmla="*/ 17498 h 1691715"/>
              <a:gd name="connsiteX3-581" fmla="*/ 11342509 w 11342509"/>
              <a:gd name="connsiteY3-582" fmla="*/ 74608 h 1691715"/>
              <a:gd name="connsiteX4-583" fmla="*/ 5643374 w 11342509"/>
              <a:gd name="connsiteY4-584" fmla="*/ 1691715 h 1691715"/>
              <a:gd name="connsiteX5-585" fmla="*/ 0 w 11342509"/>
              <a:gd name="connsiteY5-586" fmla="*/ 36855 h 1691715"/>
              <a:gd name="connsiteX6-587" fmla="*/ 276977 w 11342509"/>
              <a:gd name="connsiteY6-588" fmla="*/ 0 h 1691715"/>
              <a:gd name="connsiteX0-589" fmla="*/ 276977 w 11342509"/>
              <a:gd name="connsiteY0-590" fmla="*/ 0 h 1691715"/>
              <a:gd name="connsiteX1-591" fmla="*/ 5633646 w 11342509"/>
              <a:gd name="connsiteY1-592" fmla="*/ 1602546 h 1691715"/>
              <a:gd name="connsiteX2-593" fmla="*/ 11080494 w 11342509"/>
              <a:gd name="connsiteY2-594" fmla="*/ 17498 h 1691715"/>
              <a:gd name="connsiteX3-595" fmla="*/ 11342509 w 11342509"/>
              <a:gd name="connsiteY3-596" fmla="*/ 74608 h 1691715"/>
              <a:gd name="connsiteX4-597" fmla="*/ 5643374 w 11342509"/>
              <a:gd name="connsiteY4-598" fmla="*/ 1691715 h 1691715"/>
              <a:gd name="connsiteX5-599" fmla="*/ 0 w 11342509"/>
              <a:gd name="connsiteY5-600" fmla="*/ 36855 h 1691715"/>
              <a:gd name="connsiteX6-601" fmla="*/ 276977 w 11342509"/>
              <a:gd name="connsiteY6-602" fmla="*/ 0 h 1691715"/>
              <a:gd name="connsiteX0-603" fmla="*/ 276977 w 11342509"/>
              <a:gd name="connsiteY0-604" fmla="*/ 0 h 1691715"/>
              <a:gd name="connsiteX1-605" fmla="*/ 5643806 w 11342509"/>
              <a:gd name="connsiteY1-606" fmla="*/ 1602546 h 1691715"/>
              <a:gd name="connsiteX2-607" fmla="*/ 11080494 w 11342509"/>
              <a:gd name="connsiteY2-608" fmla="*/ 17498 h 1691715"/>
              <a:gd name="connsiteX3-609" fmla="*/ 11342509 w 11342509"/>
              <a:gd name="connsiteY3-610" fmla="*/ 74608 h 1691715"/>
              <a:gd name="connsiteX4-611" fmla="*/ 5643374 w 11342509"/>
              <a:gd name="connsiteY4-612" fmla="*/ 1691715 h 1691715"/>
              <a:gd name="connsiteX5-613" fmla="*/ 0 w 11342509"/>
              <a:gd name="connsiteY5-614" fmla="*/ 36855 h 1691715"/>
              <a:gd name="connsiteX6-615" fmla="*/ 276977 w 11342509"/>
              <a:gd name="connsiteY6-616" fmla="*/ 0 h 169171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11342509" h="1691715">
                <a:moveTo>
                  <a:pt x="276977" y="0"/>
                </a:moveTo>
                <a:cubicBezTo>
                  <a:pt x="2111519" y="662089"/>
                  <a:pt x="3847364" y="1159532"/>
                  <a:pt x="5643806" y="1602546"/>
                </a:cubicBezTo>
                <a:cubicBezTo>
                  <a:pt x="7519826" y="1121230"/>
                  <a:pt x="9471175" y="643464"/>
                  <a:pt x="11080494" y="17498"/>
                </a:cubicBezTo>
                <a:lnTo>
                  <a:pt x="11342509" y="74608"/>
                </a:lnTo>
                <a:cubicBezTo>
                  <a:pt x="9170201" y="663537"/>
                  <a:pt x="7834732" y="1188511"/>
                  <a:pt x="5643374" y="1691715"/>
                </a:cubicBezTo>
                <a:cubicBezTo>
                  <a:pt x="3393042" y="1200874"/>
                  <a:pt x="2250332" y="651521"/>
                  <a:pt x="0" y="36855"/>
                </a:cubicBezTo>
                <a:lnTo>
                  <a:pt x="276977"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p:cNvSpPr>
            <a:spLocks noGrp="1"/>
          </p:cNvSpPr>
          <p:nvPr>
            <p:ph type="body" sz="quarter" idx="13"/>
          </p:nvPr>
        </p:nvSpPr>
        <p:spPr>
          <a:xfrm>
            <a:off x="1788795" y="4150995"/>
            <a:ext cx="8145780" cy="645160"/>
          </a:xfrm>
        </p:spPr>
        <p:txBody>
          <a:bodyPr wrap="square"/>
          <a:lstStyle/>
          <a:p>
            <a:pPr algn="ctr"/>
            <a:r>
              <a:rPr lang="en-US" sz="3600" dirty="0"/>
              <a:t>DDL-Master </a:t>
            </a:r>
            <a:r>
              <a:rPr lang="zh-CN" altLang="en-US" sz="3600" dirty="0"/>
              <a:t>课程展示</a:t>
            </a:r>
            <a:endParaRPr lang="zh-CN" alt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图片占位符 34"/>
          <p:cNvPicPr>
            <a:picLocks noGrp="1" noChangeAspect="1"/>
          </p:cNvPicPr>
          <p:nvPr>
            <p:ph type="pic" idx="10"/>
          </p:nvPr>
        </p:nvPicPr>
        <p:blipFill>
          <a:blip r:embed="rId1"/>
          <a:srcRect l="44" r="44"/>
          <a:stretch>
            <a:fillRect/>
          </a:stretch>
        </p:blipFill>
        <p:spPr>
          <a:xfrm>
            <a:off x="0" y="-3175"/>
            <a:ext cx="12192000" cy="3429000"/>
          </a:xfrm>
        </p:spPr>
      </p:pic>
      <p:sp>
        <p:nvSpPr>
          <p:cNvPr id="5" name="矩形 4"/>
          <p:cNvSpPr/>
          <p:nvPr/>
        </p:nvSpPr>
        <p:spPr>
          <a:xfrm>
            <a:off x="1072054" y="-1"/>
            <a:ext cx="2638098" cy="5318235"/>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Arial" panose="020B0604020202020204"/>
              <a:ea typeface="微软雅黑" panose="020B0703020204020201" pitchFamily="34" charset="-122"/>
              <a:cs typeface="+mn-cs"/>
            </a:endParaRPr>
          </a:p>
        </p:txBody>
      </p:sp>
      <p:grpSp>
        <p:nvGrpSpPr>
          <p:cNvPr id="6" name="组合 5"/>
          <p:cNvGrpSpPr/>
          <p:nvPr/>
        </p:nvGrpSpPr>
        <p:grpSpPr>
          <a:xfrm>
            <a:off x="1650123" y="3932052"/>
            <a:ext cx="1628038" cy="1148192"/>
            <a:chOff x="1660634" y="3837459"/>
            <a:chExt cx="1628038" cy="1148192"/>
          </a:xfrm>
        </p:grpSpPr>
        <p:sp>
          <p:nvSpPr>
            <p:cNvPr id="7" name="文本框 6"/>
            <p:cNvSpPr txBox="1"/>
            <p:nvPr/>
          </p:nvSpPr>
          <p:spPr>
            <a:xfrm>
              <a:off x="1660634" y="3837459"/>
              <a:ext cx="1460938" cy="830997"/>
            </a:xfrm>
            <a:prstGeom prst="rect">
              <a:avLst/>
            </a:prstGeom>
            <a:noFill/>
          </p:spPr>
          <p:txBody>
            <a:bodyPr wrap="square" rtlCol="0">
              <a:spAutoFit/>
            </a:bodyPr>
            <a:lstStyle/>
            <a:p>
              <a:pPr marL="0" marR="0" lvl="0" indent="0" algn="dist" defTabSz="914400" eaLnBrk="1" fontAlgn="auto" latinLnBrk="0" hangingPunct="1">
                <a:lnSpc>
                  <a:spcPct val="100000"/>
                </a:lnSpc>
                <a:spcBef>
                  <a:spcPts val="0"/>
                </a:spcBef>
                <a:spcAft>
                  <a:spcPts val="0"/>
                </a:spcAft>
                <a:buClrTx/>
                <a:buSzTx/>
                <a:buFontTx/>
                <a:buNone/>
                <a:defRPr/>
              </a:pPr>
              <a:r>
                <a:rPr kumimoji="0" lang="zh-CN" altLang="en-US" sz="4800" b="1" i="0" u="none" strike="noStrike" kern="0" cap="none" spc="0" normalizeH="0" baseline="0" noProof="0" dirty="0">
                  <a:ln>
                    <a:noFill/>
                  </a:ln>
                  <a:solidFill>
                    <a:schemeClr val="bg1"/>
                  </a:solidFill>
                  <a:effectLst/>
                  <a:uLnTx/>
                  <a:uFillTx/>
                  <a:latin typeface="微软雅黑" panose="020B0703020204020201" pitchFamily="34" charset="-122"/>
                </a:rPr>
                <a:t>目录</a:t>
              </a:r>
              <a:endParaRPr kumimoji="0" lang="zh-CN" altLang="en-US" sz="4800" b="1" i="0" u="none" strike="noStrike" kern="0" cap="none" spc="0" normalizeH="0" baseline="0" noProof="0" dirty="0">
                <a:ln>
                  <a:noFill/>
                </a:ln>
                <a:solidFill>
                  <a:schemeClr val="bg1"/>
                </a:solidFill>
                <a:effectLst/>
                <a:uLnTx/>
                <a:uFillTx/>
                <a:latin typeface="微软雅黑" panose="020B0703020204020201" pitchFamily="34" charset="-122"/>
              </a:endParaRPr>
            </a:p>
          </p:txBody>
        </p:sp>
        <p:sp>
          <p:nvSpPr>
            <p:cNvPr id="8" name="文本框 7"/>
            <p:cNvSpPr txBox="1"/>
            <p:nvPr/>
          </p:nvSpPr>
          <p:spPr>
            <a:xfrm>
              <a:off x="1722631" y="4585541"/>
              <a:ext cx="1566041" cy="4001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en-US" altLang="zh-CN" sz="2000" b="0" i="0" u="none" strike="noStrike" kern="0" cap="none" spc="0" normalizeH="0" baseline="0" noProof="0" dirty="0">
                  <a:ln>
                    <a:noFill/>
                  </a:ln>
                  <a:solidFill>
                    <a:schemeClr val="bg1"/>
                  </a:solidFill>
                  <a:effectLst/>
                  <a:uLnTx/>
                  <a:uFillTx/>
                </a:rPr>
                <a:t>CONTENT</a:t>
              </a:r>
              <a:endParaRPr kumimoji="0" lang="zh-CN" altLang="en-US" sz="2000" b="0" i="0" u="none" strike="noStrike" kern="0" cap="none" spc="0" normalizeH="0" baseline="0" noProof="0" dirty="0">
                <a:ln>
                  <a:noFill/>
                </a:ln>
                <a:solidFill>
                  <a:schemeClr val="bg1"/>
                </a:solidFill>
                <a:effectLst/>
                <a:uLnTx/>
                <a:uFillTx/>
              </a:endParaRPr>
            </a:p>
          </p:txBody>
        </p:sp>
      </p:grpSp>
      <p:grpSp>
        <p:nvGrpSpPr>
          <p:cNvPr id="2" name="组合 1"/>
          <p:cNvGrpSpPr/>
          <p:nvPr/>
        </p:nvGrpSpPr>
        <p:grpSpPr>
          <a:xfrm>
            <a:off x="4667660" y="3941063"/>
            <a:ext cx="6851240" cy="2029780"/>
            <a:chOff x="4943475" y="4003240"/>
            <a:chExt cx="6851240" cy="2029780"/>
          </a:xfrm>
        </p:grpSpPr>
        <p:grpSp>
          <p:nvGrpSpPr>
            <p:cNvPr id="10" name="组合 9"/>
            <p:cNvGrpSpPr/>
            <p:nvPr/>
          </p:nvGrpSpPr>
          <p:grpSpPr>
            <a:xfrm>
              <a:off x="4943475" y="4003240"/>
              <a:ext cx="2775805" cy="621233"/>
              <a:chOff x="4575794" y="4109079"/>
              <a:chExt cx="2775805" cy="621233"/>
            </a:xfrm>
          </p:grpSpPr>
          <p:sp>
            <p:nvSpPr>
              <p:cNvPr id="17" name="矩形 16"/>
              <p:cNvSpPr/>
              <p:nvPr/>
            </p:nvSpPr>
            <p:spPr>
              <a:xfrm>
                <a:off x="4575794" y="4109079"/>
                <a:ext cx="484351" cy="609600"/>
              </a:xfrm>
              <a:prstGeom prst="rect">
                <a:avLst/>
              </a:prstGeom>
              <a:noFill/>
              <a:ln w="12700" cap="flat" cmpd="sng" algn="ctr">
                <a:noFill/>
                <a:prstDash val="solid"/>
                <a:miter lim="800000"/>
              </a:ln>
              <a:effectLst/>
            </p:spPr>
            <p:txBody>
              <a:bodyPr lIns="0" rIns="0" rtlCol="0" anchor="ctr"/>
              <a:lstStyle/>
              <a:p>
                <a:pPr marL="0" marR="0" lvl="0" indent="0" defTabSz="914400" eaLnBrk="1" fontAlgn="auto" latinLnBrk="0" hangingPunct="1">
                  <a:lnSpc>
                    <a:spcPct val="100000"/>
                  </a:lnSpc>
                  <a:spcBef>
                    <a:spcPts val="0"/>
                  </a:spcBef>
                  <a:spcAft>
                    <a:spcPts val="0"/>
                  </a:spcAft>
                  <a:buClrTx/>
                  <a:buSzTx/>
                  <a:buFontTx/>
                  <a:buNone/>
                  <a:defRPr/>
                </a:pPr>
                <a:r>
                  <a:rPr kumimoji="0" lang="en-US" altLang="zh-CN" sz="3200" b="1" i="0" u="none" strike="noStrike" kern="0" cap="none" spc="0" normalizeH="0" baseline="0" noProof="0" dirty="0">
                    <a:ln>
                      <a:noFill/>
                    </a:ln>
                    <a:solidFill>
                      <a:schemeClr val="accent1"/>
                    </a:solidFill>
                    <a:effectLst/>
                    <a:uLnTx/>
                    <a:uFillTx/>
                    <a:latin typeface="Arial" panose="020B0604020202020204"/>
                    <a:ea typeface="思源黑体 CN Bold" panose="020B0800000000000000" pitchFamily="34" charset="-122"/>
                    <a:cs typeface="+mn-cs"/>
                  </a:rPr>
                  <a:t>01    </a:t>
                </a:r>
                <a:endParaRPr kumimoji="0" lang="zh-CN" altLang="en-US" sz="3200" b="1" i="0" u="none" strike="noStrike" kern="0" cap="none" spc="0" normalizeH="0" baseline="0" noProof="0" dirty="0">
                  <a:ln>
                    <a:noFill/>
                  </a:ln>
                  <a:solidFill>
                    <a:schemeClr val="accent1"/>
                  </a:solidFill>
                  <a:effectLst/>
                  <a:uLnTx/>
                  <a:uFillTx/>
                  <a:latin typeface="Arial" panose="020B0604020202020204"/>
                  <a:ea typeface="思源黑体 CN Bold" panose="020B0800000000000000" pitchFamily="34" charset="-122"/>
                  <a:cs typeface="+mn-cs"/>
                </a:endParaRPr>
              </a:p>
            </p:txBody>
          </p:sp>
          <p:sp>
            <p:nvSpPr>
              <p:cNvPr id="18" name="矩形 17"/>
              <p:cNvSpPr/>
              <p:nvPr/>
            </p:nvSpPr>
            <p:spPr>
              <a:xfrm>
                <a:off x="5192599" y="4120712"/>
                <a:ext cx="2159000" cy="609600"/>
              </a:xfrm>
              <a:prstGeom prst="rect">
                <a:avLst/>
              </a:prstGeom>
              <a:noFill/>
              <a:ln w="12700" cap="flat" cmpd="sng" algn="ctr">
                <a:noFill/>
                <a:prstDash val="solid"/>
                <a:miter lim="800000"/>
              </a:ln>
              <a:effectLst/>
            </p:spPr>
            <p:txBody>
              <a:bodyPr lIns="0" rIns="0" rtlCol="0" anchor="ctr"/>
              <a:lstStyle/>
              <a:p>
                <a:pPr marL="0" marR="0" lvl="0" indent="0" defTabSz="914400" eaLnBrk="1" fontAlgn="auto" latinLnBrk="0" hangingPunct="1">
                  <a:lnSpc>
                    <a:spcPct val="100000"/>
                  </a:lnSpc>
                  <a:spcBef>
                    <a:spcPts val="0"/>
                  </a:spcBef>
                  <a:spcAft>
                    <a:spcPts val="0"/>
                  </a:spcAft>
                  <a:buClrTx/>
                  <a:buSzTx/>
                  <a:buFontTx/>
                  <a:buNone/>
                  <a:defRPr/>
                </a:pPr>
                <a:r>
                  <a:rPr kumimoji="0" lang="zh-CN" altLang="en-US" sz="2800" b="1" i="0" u="none" strike="noStrike" kern="0" cap="none" spc="0" normalizeH="0" baseline="0" noProof="0" dirty="0">
                    <a:ln>
                      <a:noFill/>
                    </a:ln>
                    <a:effectLst/>
                    <a:uLnTx/>
                    <a:uFillTx/>
                    <a:latin typeface="+mj-ea"/>
                    <a:ea typeface="+mj-ea"/>
                    <a:cs typeface="+mn-cs"/>
                  </a:rPr>
                  <a:t>项目简介</a:t>
                </a:r>
                <a:r>
                  <a:rPr kumimoji="0" lang="en-US" altLang="zh-CN" sz="2800" b="1" i="0" u="none" strike="noStrike" kern="0" cap="none" spc="0" normalizeH="0" baseline="0" noProof="0" dirty="0">
                    <a:ln>
                      <a:noFill/>
                    </a:ln>
                    <a:effectLst/>
                    <a:uLnTx/>
                    <a:uFillTx/>
                    <a:latin typeface="+mj-ea"/>
                    <a:ea typeface="+mj-ea"/>
                    <a:cs typeface="+mn-cs"/>
                  </a:rPr>
                  <a:t> </a:t>
                </a:r>
                <a:endParaRPr kumimoji="0" lang="zh-CN" altLang="en-US" sz="2800" b="1" i="0" u="none" strike="noStrike" kern="0" cap="none" spc="0" normalizeH="0" baseline="0" noProof="0" dirty="0">
                  <a:ln>
                    <a:noFill/>
                  </a:ln>
                  <a:effectLst/>
                  <a:uLnTx/>
                  <a:uFillTx/>
                  <a:latin typeface="+mj-ea"/>
                  <a:ea typeface="+mj-ea"/>
                  <a:cs typeface="+mn-cs"/>
                </a:endParaRPr>
              </a:p>
            </p:txBody>
          </p:sp>
        </p:grpSp>
        <p:grpSp>
          <p:nvGrpSpPr>
            <p:cNvPr id="11" name="组合 10"/>
            <p:cNvGrpSpPr/>
            <p:nvPr/>
          </p:nvGrpSpPr>
          <p:grpSpPr>
            <a:xfrm>
              <a:off x="4943475" y="5407170"/>
              <a:ext cx="3204284" cy="625850"/>
              <a:chOff x="4572000" y="5301984"/>
              <a:chExt cx="3204284" cy="625850"/>
            </a:xfrm>
          </p:grpSpPr>
          <p:sp>
            <p:nvSpPr>
              <p:cNvPr id="15" name="矩形 14"/>
              <p:cNvSpPr/>
              <p:nvPr/>
            </p:nvSpPr>
            <p:spPr>
              <a:xfrm>
                <a:off x="4572000" y="5318234"/>
                <a:ext cx="484352" cy="609600"/>
              </a:xfrm>
              <a:prstGeom prst="rect">
                <a:avLst/>
              </a:prstGeom>
              <a:noFill/>
              <a:ln w="12700" cap="flat" cmpd="sng" algn="ctr">
                <a:noFill/>
                <a:prstDash val="solid"/>
                <a:miter lim="800000"/>
              </a:ln>
              <a:effectLst/>
            </p:spPr>
            <p:txBody>
              <a:bodyPr lIns="0" rIns="0" rtlCol="0" anchor="ctr"/>
              <a:lstStyle/>
              <a:p>
                <a:r>
                  <a:rPr lang="en-US" altLang="zh-CN" sz="3200" b="1" kern="0" dirty="0">
                    <a:solidFill>
                      <a:schemeClr val="accent1"/>
                    </a:solidFill>
                    <a:latin typeface="Arial" panose="020B0604020202020204"/>
                    <a:ea typeface="思源黑体 CN Bold" panose="020B0800000000000000" pitchFamily="34" charset="-122"/>
                  </a:rPr>
                  <a:t>03    </a:t>
                </a:r>
                <a:endParaRPr lang="zh-CN" altLang="en-US" sz="3200" b="1" kern="0" dirty="0">
                  <a:solidFill>
                    <a:schemeClr val="accent1"/>
                  </a:solidFill>
                  <a:latin typeface="Arial" panose="020B0604020202020204"/>
                  <a:ea typeface="思源黑体 CN Bold" panose="020B0800000000000000" pitchFamily="34" charset="-122"/>
                </a:endParaRPr>
              </a:p>
            </p:txBody>
          </p:sp>
          <p:sp>
            <p:nvSpPr>
              <p:cNvPr id="16" name="矩形 15"/>
              <p:cNvSpPr/>
              <p:nvPr/>
            </p:nvSpPr>
            <p:spPr>
              <a:xfrm>
                <a:off x="5188804" y="5301984"/>
                <a:ext cx="2587480" cy="609600"/>
              </a:xfrm>
              <a:prstGeom prst="rect">
                <a:avLst/>
              </a:prstGeom>
              <a:noFill/>
              <a:ln w="12700" cap="flat" cmpd="sng" algn="ctr">
                <a:noFill/>
                <a:prstDash val="solid"/>
                <a:miter lim="800000"/>
              </a:ln>
              <a:effectLst/>
            </p:spPr>
            <p:txBody>
              <a:bodyPr lIns="0" rIns="0" rtlCol="0" anchor="ctr"/>
              <a:lstStyle/>
              <a:p>
                <a:r>
                  <a:rPr lang="zh-CN" altLang="en-US" sz="2800" b="1" kern="0" dirty="0">
                    <a:latin typeface="+mj-ea"/>
                    <a:ea typeface="+mj-ea"/>
                  </a:rPr>
                  <a:t>项目详情</a:t>
                </a:r>
                <a:endParaRPr lang="zh-CN" altLang="en-US" sz="2800" b="1" kern="0" dirty="0">
                  <a:latin typeface="+mj-ea"/>
                  <a:ea typeface="+mj-ea"/>
                </a:endParaRPr>
              </a:p>
            </p:txBody>
          </p:sp>
        </p:grpSp>
        <p:grpSp>
          <p:nvGrpSpPr>
            <p:cNvPr id="12" name="组合 11"/>
            <p:cNvGrpSpPr/>
            <p:nvPr/>
          </p:nvGrpSpPr>
          <p:grpSpPr>
            <a:xfrm>
              <a:off x="4943475" y="4722855"/>
              <a:ext cx="2396850" cy="617686"/>
              <a:chOff x="4571659" y="4667709"/>
              <a:chExt cx="2396850" cy="617686"/>
            </a:xfrm>
          </p:grpSpPr>
          <p:sp>
            <p:nvSpPr>
              <p:cNvPr id="13" name="矩形 12"/>
              <p:cNvSpPr/>
              <p:nvPr/>
            </p:nvSpPr>
            <p:spPr>
              <a:xfrm>
                <a:off x="4571659" y="4667709"/>
                <a:ext cx="484693" cy="609600"/>
              </a:xfrm>
              <a:prstGeom prst="rect">
                <a:avLst/>
              </a:prstGeom>
              <a:noFill/>
              <a:ln w="12700" cap="flat" cmpd="sng" algn="ctr">
                <a:noFill/>
                <a:prstDash val="solid"/>
                <a:miter lim="800000"/>
              </a:ln>
              <a:effectLst/>
            </p:spPr>
            <p:txBody>
              <a:bodyPr lIns="0" rIns="0" rtlCol="0" anchor="ctr"/>
              <a:lstStyle/>
              <a:p>
                <a:r>
                  <a:rPr lang="en-US" altLang="zh-CN" sz="3200" b="1" kern="0" dirty="0">
                    <a:solidFill>
                      <a:schemeClr val="accent1"/>
                    </a:solidFill>
                    <a:latin typeface="Arial" panose="020B0604020202020204"/>
                    <a:ea typeface="思源黑体 CN Bold" panose="020B0800000000000000" pitchFamily="34" charset="-122"/>
                  </a:rPr>
                  <a:t>02    </a:t>
                </a:r>
                <a:endParaRPr lang="zh-CN" altLang="en-US" sz="3200" b="1" kern="0" dirty="0">
                  <a:solidFill>
                    <a:schemeClr val="accent1"/>
                  </a:solidFill>
                  <a:latin typeface="Arial" panose="020B0604020202020204"/>
                  <a:ea typeface="思源黑体 CN Bold" panose="020B0800000000000000" pitchFamily="34" charset="-122"/>
                </a:endParaRPr>
              </a:p>
            </p:txBody>
          </p:sp>
          <p:sp>
            <p:nvSpPr>
              <p:cNvPr id="14" name="矩形 13"/>
              <p:cNvSpPr/>
              <p:nvPr/>
            </p:nvSpPr>
            <p:spPr>
              <a:xfrm>
                <a:off x="5192590" y="4675795"/>
                <a:ext cx="1775919" cy="609600"/>
              </a:xfrm>
              <a:prstGeom prst="rect">
                <a:avLst/>
              </a:prstGeom>
              <a:noFill/>
              <a:ln w="12700" cap="flat" cmpd="sng" algn="ctr">
                <a:noFill/>
                <a:prstDash val="solid"/>
                <a:miter lim="800000"/>
              </a:ln>
              <a:effectLst/>
            </p:spPr>
            <p:txBody>
              <a:bodyPr lIns="0" rIns="0" rtlCol="0" anchor="ctr"/>
              <a:lstStyle/>
              <a:p>
                <a:r>
                  <a:rPr lang="zh-CN" altLang="en-US" sz="2800" b="1" kern="0" dirty="0">
                    <a:latin typeface="+mj-ea"/>
                    <a:ea typeface="+mj-ea"/>
                  </a:rPr>
                  <a:t>项目历程</a:t>
                </a:r>
                <a:endParaRPr lang="zh-CN" altLang="en-US" sz="2800" b="1" kern="0" dirty="0">
                  <a:latin typeface="+mj-ea"/>
                  <a:ea typeface="+mj-ea"/>
                </a:endParaRPr>
              </a:p>
            </p:txBody>
          </p:sp>
        </p:grpSp>
        <p:grpSp>
          <p:nvGrpSpPr>
            <p:cNvPr id="20" name="组合 19"/>
            <p:cNvGrpSpPr/>
            <p:nvPr/>
          </p:nvGrpSpPr>
          <p:grpSpPr>
            <a:xfrm>
              <a:off x="8481850" y="4730712"/>
              <a:ext cx="2706982" cy="620384"/>
              <a:chOff x="7247613" y="4696135"/>
              <a:chExt cx="2706982" cy="620384"/>
            </a:xfrm>
          </p:grpSpPr>
          <p:sp>
            <p:nvSpPr>
              <p:cNvPr id="27" name="矩形 26"/>
              <p:cNvSpPr/>
              <p:nvPr/>
            </p:nvSpPr>
            <p:spPr>
              <a:xfrm>
                <a:off x="7247613" y="4706919"/>
                <a:ext cx="484693" cy="609600"/>
              </a:xfrm>
              <a:prstGeom prst="rect">
                <a:avLst/>
              </a:prstGeom>
              <a:noFill/>
              <a:ln w="12700" cap="flat" cmpd="sng" algn="ctr">
                <a:noFill/>
                <a:prstDash val="solid"/>
                <a:miter lim="800000"/>
              </a:ln>
              <a:effectLst/>
            </p:spPr>
            <p:txBody>
              <a:bodyPr lIns="0" rIns="0" rtlCol="0" anchor="ctr"/>
              <a:lstStyle/>
              <a:p>
                <a:r>
                  <a:rPr lang="en-US" altLang="zh-CN" sz="3200" b="1" kern="0" dirty="0">
                    <a:solidFill>
                      <a:schemeClr val="accent1"/>
                    </a:solidFill>
                    <a:latin typeface="Arial" panose="020B0604020202020204"/>
                    <a:ea typeface="思源黑体 CN Bold" panose="020B0800000000000000" pitchFamily="34" charset="-122"/>
                  </a:rPr>
                  <a:t>05    </a:t>
                </a:r>
                <a:endParaRPr lang="zh-CN" altLang="en-US" sz="3200" b="1" kern="0" dirty="0">
                  <a:solidFill>
                    <a:schemeClr val="accent1"/>
                  </a:solidFill>
                  <a:latin typeface="Arial" panose="020B0604020202020204"/>
                  <a:ea typeface="思源黑体 CN Bold" panose="020B0800000000000000" pitchFamily="34" charset="-122"/>
                </a:endParaRPr>
              </a:p>
            </p:txBody>
          </p:sp>
          <p:sp>
            <p:nvSpPr>
              <p:cNvPr id="28" name="矩形 27"/>
              <p:cNvSpPr/>
              <p:nvPr/>
            </p:nvSpPr>
            <p:spPr>
              <a:xfrm>
                <a:off x="7856409" y="4696135"/>
                <a:ext cx="2098186" cy="609600"/>
              </a:xfrm>
              <a:prstGeom prst="rect">
                <a:avLst/>
              </a:prstGeom>
              <a:noFill/>
              <a:ln w="12700" cap="flat" cmpd="sng" algn="ctr">
                <a:noFill/>
                <a:prstDash val="solid"/>
                <a:miter lim="800000"/>
              </a:ln>
              <a:effectLst/>
            </p:spPr>
            <p:txBody>
              <a:bodyPr lIns="0" rIns="0" rtlCol="0" anchor="ctr"/>
              <a:lstStyle/>
              <a:p>
                <a:r>
                  <a:rPr lang="zh-CN" altLang="en-US" sz="2800" b="1" kern="0" dirty="0">
                    <a:latin typeface="+mj-ea"/>
                    <a:ea typeface="+mj-ea"/>
                  </a:rPr>
                  <a:t>总结和展望</a:t>
                </a:r>
                <a:endParaRPr lang="zh-CN" altLang="en-US" sz="2800" b="1" kern="0" dirty="0">
                  <a:latin typeface="+mj-ea"/>
                  <a:ea typeface="+mj-ea"/>
                </a:endParaRPr>
              </a:p>
            </p:txBody>
          </p:sp>
        </p:grpSp>
        <p:grpSp>
          <p:nvGrpSpPr>
            <p:cNvPr id="22" name="组合 21"/>
            <p:cNvGrpSpPr/>
            <p:nvPr/>
          </p:nvGrpSpPr>
          <p:grpSpPr>
            <a:xfrm>
              <a:off x="8481850" y="4007187"/>
              <a:ext cx="3312865" cy="634985"/>
              <a:chOff x="7236246" y="4087794"/>
              <a:chExt cx="3312865" cy="634985"/>
            </a:xfrm>
          </p:grpSpPr>
          <p:sp>
            <p:nvSpPr>
              <p:cNvPr id="23" name="矩形 22"/>
              <p:cNvSpPr/>
              <p:nvPr/>
            </p:nvSpPr>
            <p:spPr>
              <a:xfrm>
                <a:off x="7236246" y="4087794"/>
                <a:ext cx="484351" cy="609600"/>
              </a:xfrm>
              <a:prstGeom prst="rect">
                <a:avLst/>
              </a:prstGeom>
              <a:noFill/>
              <a:ln w="12700" cap="flat" cmpd="sng" algn="ctr">
                <a:noFill/>
                <a:prstDash val="solid"/>
                <a:miter lim="800000"/>
              </a:ln>
              <a:effectLst/>
            </p:spPr>
            <p:txBody>
              <a:bodyPr lIns="0" rIns="0" rtlCol="0" anchor="ctr"/>
              <a:lstStyle/>
              <a:p>
                <a:r>
                  <a:rPr lang="en-US" altLang="zh-CN" sz="3200" b="1" kern="0" dirty="0">
                    <a:solidFill>
                      <a:schemeClr val="accent1"/>
                    </a:solidFill>
                    <a:latin typeface="Arial" panose="020B0604020202020204"/>
                    <a:ea typeface="思源黑体 CN Bold" panose="020B0800000000000000" pitchFamily="34" charset="-122"/>
                  </a:rPr>
                  <a:t>04    </a:t>
                </a:r>
                <a:endParaRPr lang="zh-CN" altLang="en-US" sz="3200" b="1" kern="0" dirty="0">
                  <a:solidFill>
                    <a:schemeClr val="accent1"/>
                  </a:solidFill>
                  <a:latin typeface="Arial" panose="020B0604020202020204"/>
                  <a:ea typeface="思源黑体 CN Bold" panose="020B0800000000000000" pitchFamily="34" charset="-122"/>
                </a:endParaRPr>
              </a:p>
            </p:txBody>
          </p:sp>
          <p:sp>
            <p:nvSpPr>
              <p:cNvPr id="24" name="矩形 23"/>
              <p:cNvSpPr/>
              <p:nvPr/>
            </p:nvSpPr>
            <p:spPr>
              <a:xfrm>
                <a:off x="7839710" y="4113179"/>
                <a:ext cx="2709401" cy="609600"/>
              </a:xfrm>
              <a:prstGeom prst="rect">
                <a:avLst/>
              </a:prstGeom>
              <a:noFill/>
              <a:ln w="12700" cap="flat" cmpd="sng" algn="ctr">
                <a:noFill/>
                <a:prstDash val="solid"/>
                <a:miter lim="800000"/>
              </a:ln>
              <a:effectLst/>
            </p:spPr>
            <p:txBody>
              <a:bodyPr lIns="0" rIns="0" rtlCol="0" anchor="ctr"/>
              <a:lstStyle/>
              <a:p>
                <a:r>
                  <a:rPr lang="zh-CN" altLang="en-US" sz="2800" b="1" kern="0" dirty="0">
                    <a:latin typeface="+mj-ea"/>
                    <a:ea typeface="+mj-ea"/>
                  </a:rPr>
                  <a:t>项目展示</a:t>
                </a:r>
                <a:endParaRPr lang="zh-CN" altLang="en-US" sz="2800" b="1" kern="0" dirty="0">
                  <a:latin typeface="+mj-ea"/>
                  <a:ea typeface="+mj-ea"/>
                </a:endParaRPr>
              </a:p>
            </p:txBody>
          </p:sp>
        </p:grpSp>
      </p:grpSp>
      <p:cxnSp>
        <p:nvCxnSpPr>
          <p:cNvPr id="30" name="直接连接符 29"/>
          <p:cNvCxnSpPr/>
          <p:nvPr/>
        </p:nvCxnSpPr>
        <p:spPr>
          <a:xfrm>
            <a:off x="1452559" y="0"/>
            <a:ext cx="0" cy="4091233"/>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1458880" y="4091233"/>
            <a:ext cx="0" cy="885170"/>
          </a:xfrm>
          <a:prstGeom prst="line">
            <a:avLst/>
          </a:prstGeom>
          <a:ln w="762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429989" y="340681"/>
            <a:ext cx="600075" cy="830997"/>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1</a:t>
            </a:r>
            <a:endParaRPr lang="zh-CN" altLang="en-US" sz="4800" dirty="0">
              <a:solidFill>
                <a:schemeClr val="accent1"/>
              </a:solidFill>
              <a:latin typeface="Impact" panose="020B0806030902050204" pitchFamily="34" charset="0"/>
            </a:endParaRPr>
          </a:p>
        </p:txBody>
      </p:sp>
      <p:sp>
        <p:nvSpPr>
          <p:cNvPr id="11" name="文本框 10"/>
          <p:cNvSpPr txBox="1"/>
          <p:nvPr/>
        </p:nvSpPr>
        <p:spPr>
          <a:xfrm>
            <a:off x="5238443" y="2087466"/>
            <a:ext cx="1639969"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01</a:t>
            </a:r>
            <a:endParaRPr lang="zh-CN" altLang="en-US" sz="11500" dirty="0">
              <a:solidFill>
                <a:schemeClr val="accent5">
                  <a:alpha val="34000"/>
                </a:schemeClr>
              </a:solidFill>
              <a:latin typeface="Impact" panose="020B0806030902050204" pitchFamily="34" charset="0"/>
            </a:endParaRPr>
          </a:p>
        </p:txBody>
      </p:sp>
      <p:sp>
        <p:nvSpPr>
          <p:cNvPr id="12" name="文本框 11"/>
          <p:cNvSpPr txBox="1"/>
          <p:nvPr/>
        </p:nvSpPr>
        <p:spPr>
          <a:xfrm>
            <a:off x="5371650" y="2650668"/>
            <a:ext cx="1390650" cy="707886"/>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ONE</a:t>
            </a:r>
            <a:endParaRPr lang="zh-CN" altLang="en-US" sz="2000" b="1" dirty="0"/>
          </a:p>
        </p:txBody>
      </p:sp>
      <p:sp>
        <p:nvSpPr>
          <p:cNvPr id="13" name="文本框 12"/>
          <p:cNvSpPr txBox="1"/>
          <p:nvPr/>
        </p:nvSpPr>
        <p:spPr>
          <a:xfrm>
            <a:off x="4936839" y="3909523"/>
            <a:ext cx="2318322" cy="583565"/>
          </a:xfrm>
          <a:prstGeom prst="rect">
            <a:avLst/>
          </a:prstGeom>
          <a:noFill/>
        </p:spPr>
        <p:txBody>
          <a:bodyPr wrap="square" rtlCol="0">
            <a:spAutoFit/>
          </a:bodyPr>
          <a:lstStyle/>
          <a:p>
            <a:pPr algn="ctr"/>
            <a:r>
              <a:rPr lang="zh-CN" altLang="en-US" sz="3200" b="1" dirty="0">
                <a:latin typeface="+mj-ea"/>
                <a:ea typeface="+mj-ea"/>
              </a:rPr>
              <a:t>项目简介</a:t>
            </a:r>
            <a:endParaRPr lang="zh-CN" altLang="en-US" sz="3200" b="1" dirty="0">
              <a:latin typeface="+mj-ea"/>
              <a:ea typeface="+mj-ea"/>
            </a:endParaRPr>
          </a:p>
        </p:txBody>
      </p:sp>
      <p:sp>
        <p:nvSpPr>
          <p:cNvPr id="14" name="文本框 13"/>
          <p:cNvSpPr txBox="1"/>
          <p:nvPr/>
        </p:nvSpPr>
        <p:spPr>
          <a:xfrm>
            <a:off x="5067935" y="4512945"/>
            <a:ext cx="2186940" cy="368300"/>
          </a:xfrm>
          <a:prstGeom prst="rect">
            <a:avLst/>
          </a:prstGeom>
          <a:noFill/>
        </p:spPr>
        <p:txBody>
          <a:bodyPr wrap="square" rtlCol="0">
            <a:spAutoFit/>
          </a:bodyPr>
          <a:lstStyle/>
          <a:p>
            <a:pPr algn="ctr"/>
            <a:r>
              <a:rPr lang="en-US" altLang="zh-CN" dirty="0"/>
              <a:t>project introduction</a:t>
            </a:r>
            <a:endParaRPr lang="zh-CN" altLang="en-US" dirty="0"/>
          </a:p>
        </p:txBody>
      </p:sp>
      <p:pic>
        <p:nvPicPr>
          <p:cNvPr id="18" name="图形 1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76860" y="2041255"/>
            <a:ext cx="1713618" cy="1713618"/>
          </a:xfrm>
          <a:prstGeom prst="rect">
            <a:avLst/>
          </a:prstGeom>
        </p:spPr>
      </p:pic>
      <p:pic>
        <p:nvPicPr>
          <p:cNvPr id="19" name="图形 18"/>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287008" y="2041255"/>
            <a:ext cx="1713618" cy="171361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zh-CN" altLang="en-US" dirty="0"/>
              <a:t>项目简介</a:t>
            </a:r>
            <a:r>
              <a:rPr lang="en-US" altLang="zh-CN" dirty="0"/>
              <a:t>--</a:t>
            </a:r>
            <a:r>
              <a:rPr lang="zh-CN" altLang="en-US" dirty="0"/>
              <a:t>背景</a:t>
            </a:r>
            <a:endParaRPr lang="zh-CN" altLang="en-US" dirty="0"/>
          </a:p>
        </p:txBody>
      </p:sp>
      <p:sp>
        <p:nvSpPr>
          <p:cNvPr id="5" name="矩形: 圆角 4"/>
          <p:cNvSpPr/>
          <p:nvPr/>
        </p:nvSpPr>
        <p:spPr>
          <a:xfrm>
            <a:off x="1384300" y="172529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圆角 3"/>
          <p:cNvSpPr/>
          <p:nvPr/>
        </p:nvSpPr>
        <p:spPr>
          <a:xfrm>
            <a:off x="1297940" y="1640840"/>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圆角 2"/>
          <p:cNvSpPr/>
          <p:nvPr/>
        </p:nvSpPr>
        <p:spPr>
          <a:xfrm>
            <a:off x="1212215" y="155638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578610" y="1864995"/>
            <a:ext cx="3801745" cy="974725"/>
          </a:xfrm>
          <a:prstGeom prst="rect">
            <a:avLst/>
          </a:prstGeom>
          <a:noFill/>
        </p:spPr>
        <p:txBody>
          <a:bodyPr wrap="square" rtlCol="0">
            <a:noAutofit/>
          </a:bodyPr>
          <a:lstStyle/>
          <a:p>
            <a:pPr indent="0">
              <a:buNone/>
            </a:pPr>
            <a:r>
              <a:rPr lang="en-US" altLang="zh-CN" sz="1600" dirty="0">
                <a:latin typeface="楷体" panose="02010609060101010101" charset="-122"/>
                <a:ea typeface="楷体" panose="02010609060101010101" charset="-122"/>
                <a:cs typeface="楷体" panose="02010609060101010101" charset="-122"/>
              </a:rPr>
              <a:t>在当前校园与初入职场的使用场景中，用户的任务信息呈现出明显的“</a:t>
            </a:r>
            <a:r>
              <a:rPr lang="en-US" altLang="zh-CN" sz="1600" b="1" dirty="0">
                <a:latin typeface="楷体" panose="02010609060101010101" charset="-122"/>
                <a:ea typeface="楷体" panose="02010609060101010101" charset="-122"/>
                <a:cs typeface="楷体" panose="02010609060101010101" charset="-122"/>
              </a:rPr>
              <a:t>多源输入 + 碎片分布</a:t>
            </a:r>
            <a:r>
              <a:rPr lang="en-US" altLang="zh-CN" sz="1600" dirty="0">
                <a:latin typeface="楷体" panose="02010609060101010101" charset="-122"/>
                <a:ea typeface="楷体" panose="02010609060101010101" charset="-122"/>
                <a:cs typeface="楷体" panose="02010609060101010101" charset="-122"/>
              </a:rPr>
              <a:t>”特征：任务往往来源于微信群通知、课程平台公告、邮件提醒、口头沟通以及语音记录等多个渠道。这类信息通常以非结构化文本形式存在，且分散在不同应用之中，用户需要手动提取、整理并录入到日程工具中，导致时间管理成本显著上升。</a:t>
            </a:r>
            <a:endParaRPr lang="en-US" altLang="zh-CN" sz="1600" dirty="0">
              <a:latin typeface="楷体" panose="02010609060101010101" charset="-122"/>
              <a:ea typeface="楷体" panose="02010609060101010101" charset="-122"/>
              <a:cs typeface="楷体" panose="02010609060101010101" charset="-122"/>
            </a:endParaRPr>
          </a:p>
          <a:p>
            <a:pPr indent="0">
              <a:buNone/>
            </a:pPr>
            <a:r>
              <a:rPr lang="zh-CN" altLang="en-US" sz="1600" dirty="0">
                <a:latin typeface="楷体" panose="02010609060101010101" charset="-122"/>
                <a:ea typeface="楷体" panose="02010609060101010101" charset="-122"/>
                <a:cs typeface="楷体" panose="02010609060101010101" charset="-122"/>
              </a:rPr>
              <a:t>而现有主流日程管理工具缺乏对信息来源的自动感知能力以及对任务优先级的智能判断能力。</a:t>
            </a:r>
            <a:endParaRPr lang="zh-CN" altLang="en-US" sz="1600" dirty="0">
              <a:latin typeface="楷体" panose="02010609060101010101" charset="-122"/>
              <a:ea typeface="楷体" panose="02010609060101010101" charset="-122"/>
              <a:cs typeface="楷体" panose="02010609060101010101" charset="-122"/>
            </a:endParaRPr>
          </a:p>
        </p:txBody>
      </p:sp>
      <p:pic>
        <p:nvPicPr>
          <p:cNvPr id="6" name="图片 5"/>
          <p:cNvPicPr>
            <a:picLocks noChangeAspect="1"/>
          </p:cNvPicPr>
          <p:nvPr/>
        </p:nvPicPr>
        <p:blipFill>
          <a:blip r:embed="rId1"/>
          <a:stretch>
            <a:fillRect/>
          </a:stretch>
        </p:blipFill>
        <p:spPr>
          <a:xfrm>
            <a:off x="9081135" y="2839720"/>
            <a:ext cx="2655570" cy="2365375"/>
          </a:xfrm>
          <a:prstGeom prst="rect">
            <a:avLst/>
          </a:prstGeom>
          <a:ln>
            <a:solidFill>
              <a:schemeClr val="accent1"/>
            </a:solidFill>
          </a:ln>
          <a:effectLst>
            <a:outerShdw blurRad="50800" dist="38100" dir="2700000" algn="tl" rotWithShape="0">
              <a:prstClr val="black">
                <a:alpha val="40000"/>
              </a:prstClr>
            </a:outerShdw>
          </a:effectLst>
        </p:spPr>
      </p:pic>
      <p:pic>
        <p:nvPicPr>
          <p:cNvPr id="8" name="图片 7"/>
          <p:cNvPicPr>
            <a:picLocks noChangeAspect="1"/>
          </p:cNvPicPr>
          <p:nvPr/>
        </p:nvPicPr>
        <p:blipFill>
          <a:blip r:embed="rId2"/>
          <a:stretch>
            <a:fillRect/>
          </a:stretch>
        </p:blipFill>
        <p:spPr>
          <a:xfrm>
            <a:off x="8564880" y="1273175"/>
            <a:ext cx="3070225" cy="1381760"/>
          </a:xfrm>
          <a:prstGeom prst="rect">
            <a:avLst/>
          </a:prstGeom>
          <a:ln>
            <a:solidFill>
              <a:schemeClr val="accent1"/>
            </a:solidFill>
          </a:ln>
          <a:effectLst>
            <a:outerShdw blurRad="50800" dist="38100" dir="2700000" algn="tl" rotWithShape="0">
              <a:prstClr val="black">
                <a:alpha val="40000"/>
              </a:prstClr>
            </a:outerShdw>
          </a:effectLst>
        </p:spPr>
      </p:pic>
      <p:pic>
        <p:nvPicPr>
          <p:cNvPr id="9" name="图片 8"/>
          <p:cNvPicPr>
            <a:picLocks noChangeAspect="1"/>
          </p:cNvPicPr>
          <p:nvPr/>
        </p:nvPicPr>
        <p:blipFill>
          <a:blip r:embed="rId3"/>
          <a:stretch>
            <a:fillRect/>
          </a:stretch>
        </p:blipFill>
        <p:spPr>
          <a:xfrm>
            <a:off x="6830060" y="5130165"/>
            <a:ext cx="5060950" cy="1637030"/>
          </a:xfrm>
          <a:prstGeom prst="rect">
            <a:avLst/>
          </a:prstGeom>
          <a:ln>
            <a:solidFill>
              <a:schemeClr val="accent1"/>
            </a:solidFill>
          </a:ln>
          <a:effectLst>
            <a:outerShdw blurRad="50800" dist="38100" dir="2700000" algn="tl" rotWithShape="0">
              <a:prstClr val="black">
                <a:alpha val="40000"/>
              </a:prstClr>
            </a:outerShdw>
          </a:effectLst>
        </p:spPr>
      </p:pic>
      <p:pic>
        <p:nvPicPr>
          <p:cNvPr id="11" name="图片 10"/>
          <p:cNvPicPr>
            <a:picLocks noChangeAspect="1"/>
          </p:cNvPicPr>
          <p:nvPr/>
        </p:nvPicPr>
        <p:blipFill>
          <a:blip r:embed="rId4"/>
          <a:stretch>
            <a:fillRect/>
          </a:stretch>
        </p:blipFill>
        <p:spPr>
          <a:xfrm>
            <a:off x="6610350" y="4297680"/>
            <a:ext cx="2127885" cy="550545"/>
          </a:xfrm>
          <a:prstGeom prst="rect">
            <a:avLst/>
          </a:prstGeom>
          <a:ln>
            <a:solidFill>
              <a:schemeClr val="accent1"/>
            </a:solidFill>
          </a:ln>
          <a:effectLst>
            <a:outerShdw blurRad="50800" dist="38100" dir="2700000" algn="tl" rotWithShape="0">
              <a:prstClr val="black">
                <a:alpha val="40000"/>
              </a:prst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zh-CN" altLang="en-US" dirty="0"/>
              <a:t>项目简介</a:t>
            </a:r>
            <a:r>
              <a:rPr lang="en-US" altLang="zh-CN" dirty="0"/>
              <a:t>--</a:t>
            </a:r>
            <a:r>
              <a:rPr lang="zh-CN" altLang="en-US" dirty="0"/>
              <a:t>内容</a:t>
            </a:r>
            <a:endParaRPr lang="zh-CN" altLang="en-US" dirty="0"/>
          </a:p>
        </p:txBody>
      </p:sp>
      <p:sp>
        <p:nvSpPr>
          <p:cNvPr id="5" name="矩形: 圆角 4"/>
          <p:cNvSpPr/>
          <p:nvPr/>
        </p:nvSpPr>
        <p:spPr>
          <a:xfrm>
            <a:off x="1384300" y="172529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圆角 3"/>
          <p:cNvSpPr/>
          <p:nvPr/>
        </p:nvSpPr>
        <p:spPr>
          <a:xfrm>
            <a:off x="6777355" y="155638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圆角 2"/>
          <p:cNvSpPr/>
          <p:nvPr/>
        </p:nvSpPr>
        <p:spPr>
          <a:xfrm>
            <a:off x="1212215" y="155638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384300" y="1945640"/>
            <a:ext cx="3801745" cy="2430780"/>
          </a:xfrm>
          <a:prstGeom prst="rect">
            <a:avLst/>
          </a:prstGeom>
          <a:noFill/>
        </p:spPr>
        <p:txBody>
          <a:bodyPr wrap="square" rtlCol="0">
            <a:noAutofit/>
          </a:bodyPr>
          <a:lstStyle/>
          <a:p>
            <a:pPr indent="0">
              <a:buNone/>
            </a:pPr>
            <a:r>
              <a:rPr lang="en-US" altLang="zh-CN" sz="2800" b="1" dirty="0">
                <a:latin typeface="楷体" panose="02010609060101010101" charset="-122"/>
                <a:ea typeface="楷体" panose="02010609060101010101" charset="-122"/>
                <a:cs typeface="楷体" panose="02010609060101010101" charset="-122"/>
              </a:rPr>
              <a:t>DDL-MASTER</a:t>
            </a:r>
            <a:r>
              <a:rPr lang="zh-CN" altLang="en-US" sz="2800" b="1" dirty="0">
                <a:latin typeface="楷体" panose="02010609060101010101" charset="-122"/>
                <a:ea typeface="楷体" panose="02010609060101010101" charset="-122"/>
                <a:cs typeface="楷体" panose="02010609060101010101" charset="-122"/>
              </a:rPr>
              <a:t>项目：</a:t>
            </a:r>
            <a:endParaRPr lang="zh-CN" altLang="en-US" sz="2800" b="1" dirty="0">
              <a:latin typeface="楷体" panose="02010609060101010101" charset="-122"/>
              <a:ea typeface="楷体" panose="02010609060101010101" charset="-122"/>
              <a:cs typeface="楷体" panose="02010609060101010101" charset="-122"/>
            </a:endParaRPr>
          </a:p>
          <a:p>
            <a:pPr marL="285750" indent="-28575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构建一套具备“自动感知—结构化处理—智能排序—多通道提醒”能力的日程管理系统。</a:t>
            </a:r>
            <a:endParaRPr lang="en-US" altLang="zh-CN" sz="1600" dirty="0">
              <a:latin typeface="楷体" panose="02010609060101010101" charset="-122"/>
              <a:ea typeface="楷体" panose="02010609060101010101" charset="-122"/>
              <a:cs typeface="楷体" panose="02010609060101010101" charset="-122"/>
            </a:endParaRPr>
          </a:p>
          <a:p>
            <a:pPr marL="285750" indent="-28575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系统以“降低任务管理成本、提升执行效率”为核心目标</a:t>
            </a:r>
            <a:endParaRPr lang="en-US" altLang="zh-CN" sz="1600" dirty="0">
              <a:latin typeface="楷体" panose="02010609060101010101" charset="-122"/>
              <a:ea typeface="楷体" panose="02010609060101010101" charset="-122"/>
              <a:cs typeface="楷体" panose="02010609060101010101" charset="-122"/>
            </a:endParaRPr>
          </a:p>
          <a:p>
            <a:pPr marL="285750" indent="-28575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通过引入多模态输入与调度算法，实现从“信息获取”到“任务执行”的完整闭环支持。</a:t>
            </a:r>
            <a:endParaRPr lang="en-US" altLang="zh-CN" sz="1600" dirty="0">
              <a:latin typeface="楷体" panose="02010609060101010101" charset="-122"/>
              <a:ea typeface="楷体" panose="02010609060101010101" charset="-122"/>
              <a:cs typeface="楷体" panose="02010609060101010101" charset="-122"/>
            </a:endParaRPr>
          </a:p>
        </p:txBody>
      </p:sp>
      <p:sp>
        <p:nvSpPr>
          <p:cNvPr id="10" name="矩形: 圆角 3"/>
          <p:cNvSpPr/>
          <p:nvPr/>
        </p:nvSpPr>
        <p:spPr>
          <a:xfrm>
            <a:off x="6913880" y="172529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3" name="文本框 12"/>
          <p:cNvSpPr txBox="1"/>
          <p:nvPr/>
        </p:nvSpPr>
        <p:spPr>
          <a:xfrm>
            <a:off x="7123430" y="2072640"/>
            <a:ext cx="3801745" cy="2430780"/>
          </a:xfrm>
          <a:prstGeom prst="rect">
            <a:avLst/>
          </a:prstGeom>
          <a:noFill/>
        </p:spPr>
        <p:txBody>
          <a:bodyPr wrap="square" rtlCol="0">
            <a:noAutofit/>
          </a:bodyPr>
          <a:p>
            <a:pPr indent="0">
              <a:buNone/>
            </a:pPr>
            <a:r>
              <a:rPr lang="zh-CN" altLang="en-US" sz="2800" b="1" dirty="0">
                <a:latin typeface="楷体" panose="02010609060101010101" charset="-122"/>
                <a:ea typeface="楷体" panose="02010609060101010101" charset="-122"/>
                <a:cs typeface="楷体" panose="02010609060101010101" charset="-122"/>
              </a:rPr>
              <a:t>项目价值：</a:t>
            </a:r>
            <a:endParaRPr lang="zh-CN" altLang="en-US" sz="2800" b="1" dirty="0">
              <a:latin typeface="楷体" panose="02010609060101010101" charset="-122"/>
              <a:ea typeface="楷体" panose="02010609060101010101" charset="-122"/>
              <a:cs typeface="楷体" panose="02010609060101010101" charset="-122"/>
            </a:endParaRPr>
          </a:p>
          <a:p>
            <a:pPr marL="342900" indent="-34290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降低认知负担：自动完成信息提取与任务建模</a:t>
            </a:r>
            <a:endParaRPr lang="en-US" altLang="zh-CN" sz="1600" dirty="0">
              <a:latin typeface="楷体" panose="02010609060101010101" charset="-122"/>
              <a:ea typeface="楷体" panose="02010609060101010101" charset="-122"/>
              <a:cs typeface="楷体" panose="02010609060101010101" charset="-122"/>
            </a:endParaRPr>
          </a:p>
          <a:p>
            <a:pPr marL="342900" indent="-34290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提升执行效率：通过排序与提醒减少决策成本</a:t>
            </a:r>
            <a:endParaRPr lang="en-US" altLang="zh-CN" sz="1600" dirty="0">
              <a:latin typeface="楷体" panose="02010609060101010101" charset="-122"/>
              <a:ea typeface="楷体" panose="02010609060101010101" charset="-122"/>
              <a:cs typeface="楷体" panose="02010609060101010101" charset="-122"/>
            </a:endParaRPr>
          </a:p>
          <a:p>
            <a:pPr marL="342900" indent="-34290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缓解时间焦虑：通过分级提醒与任务拆解降低压力</a:t>
            </a:r>
            <a:endParaRPr lang="en-US" altLang="zh-CN" sz="1600" dirty="0">
              <a:latin typeface="楷体" panose="02010609060101010101" charset="-122"/>
              <a:ea typeface="楷体" panose="02010609060101010101" charset="-122"/>
              <a:cs typeface="楷体" panose="02010609060101010101" charset="-122"/>
            </a:endParaRPr>
          </a:p>
          <a:p>
            <a:pPr marL="342900" indent="-34290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实现技术普惠：将 AI 能力以低门槛形式嵌入日常工具</a:t>
            </a:r>
            <a:endParaRPr lang="en-US" altLang="zh-CN" sz="1600" dirty="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文本框 21"/>
          <p:cNvSpPr txBox="1"/>
          <p:nvPr/>
        </p:nvSpPr>
        <p:spPr>
          <a:xfrm>
            <a:off x="429989" y="340681"/>
            <a:ext cx="600075" cy="830997"/>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2</a:t>
            </a:r>
            <a:endParaRPr lang="zh-CN" altLang="en-US" sz="4800" dirty="0">
              <a:solidFill>
                <a:schemeClr val="accent1"/>
              </a:solidFill>
              <a:latin typeface="Impact" panose="020B0806030902050204" pitchFamily="34" charset="0"/>
            </a:endParaRPr>
          </a:p>
        </p:txBody>
      </p:sp>
      <p:sp>
        <p:nvSpPr>
          <p:cNvPr id="30" name="文本框 29"/>
          <p:cNvSpPr txBox="1"/>
          <p:nvPr/>
        </p:nvSpPr>
        <p:spPr>
          <a:xfrm>
            <a:off x="4936839" y="3909523"/>
            <a:ext cx="2318322" cy="583565"/>
          </a:xfrm>
          <a:prstGeom prst="rect">
            <a:avLst/>
          </a:prstGeom>
          <a:noFill/>
        </p:spPr>
        <p:txBody>
          <a:bodyPr wrap="square" rtlCol="0">
            <a:spAutoFit/>
          </a:bodyPr>
          <a:lstStyle/>
          <a:p>
            <a:r>
              <a:rPr lang="en-US" altLang="zh-CN" sz="3200" b="1" dirty="0">
                <a:latin typeface="+mj-ea"/>
                <a:ea typeface="+mj-ea"/>
              </a:rPr>
              <a:t> </a:t>
            </a:r>
            <a:r>
              <a:rPr lang="zh-CN" altLang="en-US" sz="3200" b="1" dirty="0">
                <a:latin typeface="+mj-ea"/>
                <a:ea typeface="+mj-ea"/>
              </a:rPr>
              <a:t>项目历程</a:t>
            </a:r>
            <a:endParaRPr lang="zh-CN" altLang="en-US" sz="3200" b="1" dirty="0">
              <a:latin typeface="+mj-ea"/>
              <a:ea typeface="+mj-ea"/>
            </a:endParaRPr>
          </a:p>
        </p:txBody>
      </p:sp>
      <p:sp>
        <p:nvSpPr>
          <p:cNvPr id="34" name="文本框 33"/>
          <p:cNvSpPr txBox="1"/>
          <p:nvPr/>
        </p:nvSpPr>
        <p:spPr>
          <a:xfrm>
            <a:off x="5151356" y="2087466"/>
            <a:ext cx="2090140"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02</a:t>
            </a:r>
            <a:endParaRPr lang="zh-CN" altLang="en-US" sz="11500" dirty="0">
              <a:solidFill>
                <a:schemeClr val="accent5">
                  <a:alpha val="34000"/>
                </a:schemeClr>
              </a:solidFill>
              <a:latin typeface="Impact" panose="020B0806030902050204" pitchFamily="34" charset="0"/>
            </a:endParaRPr>
          </a:p>
        </p:txBody>
      </p:sp>
      <p:sp>
        <p:nvSpPr>
          <p:cNvPr id="35" name="文本框 34"/>
          <p:cNvSpPr txBox="1"/>
          <p:nvPr/>
        </p:nvSpPr>
        <p:spPr>
          <a:xfrm>
            <a:off x="5400675" y="2650668"/>
            <a:ext cx="1390650" cy="707886"/>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TWO</a:t>
            </a:r>
            <a:endParaRPr lang="zh-CN" altLang="en-US" sz="2000" b="1" dirty="0"/>
          </a:p>
        </p:txBody>
      </p:sp>
      <p:pic>
        <p:nvPicPr>
          <p:cNvPr id="11" name="图形 10"/>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76860" y="2041255"/>
            <a:ext cx="1713618" cy="1713618"/>
          </a:xfrm>
          <a:prstGeom prst="rect">
            <a:avLst/>
          </a:prstGeom>
        </p:spPr>
      </p:pic>
      <p:pic>
        <p:nvPicPr>
          <p:cNvPr id="12" name="图形 11"/>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287008" y="2041255"/>
            <a:ext cx="1713618" cy="171361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组合 12"/>
          <p:cNvGrpSpPr/>
          <p:nvPr/>
        </p:nvGrpSpPr>
        <p:grpSpPr>
          <a:xfrm>
            <a:off x="576768" y="1653667"/>
            <a:ext cx="11216070" cy="4287138"/>
            <a:chOff x="576768" y="1380291"/>
            <a:chExt cx="11216070" cy="4287138"/>
          </a:xfrm>
        </p:grpSpPr>
        <p:sp>
          <p:nvSpPr>
            <p:cNvPr id="3" name="椭圆 2"/>
            <p:cNvSpPr/>
            <p:nvPr/>
          </p:nvSpPr>
          <p:spPr>
            <a:xfrm>
              <a:off x="5365429" y="1380291"/>
              <a:ext cx="1461142" cy="1461142"/>
            </a:xfrm>
            <a:prstGeom prst="ellipse">
              <a:avLst/>
            </a:prstGeom>
            <a:solidFill>
              <a:schemeClr val="accent1"/>
            </a:solidFill>
            <a:ln>
              <a:noFill/>
            </a:ln>
            <a:effectLst>
              <a:outerShdw blurRad="63500" dist="38100" dir="2700000" algn="tl" rotWithShape="0">
                <a:schemeClr val="tx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任意多边形: 形状 3"/>
            <p:cNvSpPr/>
            <p:nvPr/>
          </p:nvSpPr>
          <p:spPr>
            <a:xfrm>
              <a:off x="2726370" y="2841433"/>
              <a:ext cx="6739257" cy="871302"/>
            </a:xfrm>
            <a:custGeom>
              <a:avLst/>
              <a:gdLst>
                <a:gd name="connsiteX0" fmla="*/ 0 w 7757652"/>
                <a:gd name="connsiteY0" fmla="*/ 29496 h 1002926"/>
                <a:gd name="connsiteX1" fmla="*/ 3893574 w 7757652"/>
                <a:gd name="connsiteY1" fmla="*/ 1002890 h 1002926"/>
                <a:gd name="connsiteX2" fmla="*/ 7757652 w 7757652"/>
                <a:gd name="connsiteY2" fmla="*/ 0 h 1002926"/>
                <a:gd name="connsiteX0-1" fmla="*/ 0 w 7757652"/>
                <a:gd name="connsiteY0-2" fmla="*/ 29496 h 1002968"/>
                <a:gd name="connsiteX1-3" fmla="*/ 3893574 w 7757652"/>
                <a:gd name="connsiteY1-4" fmla="*/ 1002890 h 1002968"/>
                <a:gd name="connsiteX2-5" fmla="*/ 7757652 w 7757652"/>
                <a:gd name="connsiteY2-6" fmla="*/ 0 h 1002968"/>
                <a:gd name="connsiteX0-7" fmla="*/ 0 w 7757652"/>
                <a:gd name="connsiteY0-8" fmla="*/ 29496 h 1002968"/>
                <a:gd name="connsiteX1-9" fmla="*/ 3893574 w 7757652"/>
                <a:gd name="connsiteY1-10" fmla="*/ 1002890 h 1002968"/>
                <a:gd name="connsiteX2-11" fmla="*/ 7757652 w 7757652"/>
                <a:gd name="connsiteY2-12" fmla="*/ 0 h 1002968"/>
              </a:gdLst>
              <a:ahLst/>
              <a:cxnLst>
                <a:cxn ang="0">
                  <a:pos x="connsiteX0-1" y="connsiteY0-2"/>
                </a:cxn>
                <a:cxn ang="0">
                  <a:pos x="connsiteX1-3" y="connsiteY1-4"/>
                </a:cxn>
                <a:cxn ang="0">
                  <a:pos x="connsiteX2-5" y="connsiteY2-6"/>
                </a:cxn>
              </a:cxnLst>
              <a:rect l="l" t="t" r="r" b="b"/>
              <a:pathLst>
                <a:path w="7757652" h="1002968">
                  <a:moveTo>
                    <a:pt x="0" y="29496"/>
                  </a:moveTo>
                  <a:cubicBezTo>
                    <a:pt x="1182329" y="784122"/>
                    <a:pt x="2600632" y="1007806"/>
                    <a:pt x="3893574" y="1002890"/>
                  </a:cubicBezTo>
                  <a:cubicBezTo>
                    <a:pt x="5186516" y="997974"/>
                    <a:pt x="7172633" y="516193"/>
                    <a:pt x="7757652" y="0"/>
                  </a:cubicBezTo>
                </a:path>
              </a:pathLst>
            </a:cu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p:nvSpPr>
          <p:spPr>
            <a:xfrm>
              <a:off x="2252820" y="2375878"/>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8944389" y="2375878"/>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椭圆 6"/>
            <p:cNvSpPr/>
            <p:nvPr/>
          </p:nvSpPr>
          <p:spPr>
            <a:xfrm>
              <a:off x="3791763" y="3035329"/>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p:cNvSpPr/>
            <p:nvPr/>
          </p:nvSpPr>
          <p:spPr>
            <a:xfrm>
              <a:off x="5638800" y="3255535"/>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p:cNvSpPr/>
            <p:nvPr/>
          </p:nvSpPr>
          <p:spPr>
            <a:xfrm>
              <a:off x="7405446" y="3035329"/>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4904522" y="1695363"/>
              <a:ext cx="2382955" cy="829945"/>
            </a:xfrm>
            <a:prstGeom prst="rect">
              <a:avLst/>
            </a:prstGeom>
            <a:noFill/>
          </p:spPr>
          <p:txBody>
            <a:bodyPr wrap="square" rtlCol="0">
              <a:spAutoFit/>
            </a:bodyPr>
            <a:lstStyle/>
            <a:p>
              <a:pPr algn="ctr"/>
              <a:r>
                <a:rPr lang="en-US" altLang="zh-CN" sz="2400" b="1" dirty="0">
                  <a:solidFill>
                    <a:schemeClr val="bg1"/>
                  </a:solidFill>
                  <a:latin typeface="微软雅黑" panose="020B0703020204020201" pitchFamily="34" charset="-122"/>
                  <a:ea typeface="微软雅黑" panose="020B0703020204020201" pitchFamily="34" charset="-122"/>
                </a:rPr>
                <a:t>DDL</a:t>
              </a:r>
              <a:endParaRPr lang="en-US" altLang="zh-CN" sz="2400" b="1" dirty="0">
                <a:solidFill>
                  <a:schemeClr val="bg1"/>
                </a:solidFill>
                <a:latin typeface="微软雅黑" panose="020B0703020204020201" pitchFamily="34" charset="-122"/>
                <a:ea typeface="微软雅黑" panose="020B0703020204020201" pitchFamily="34" charset="-122"/>
              </a:endParaRPr>
            </a:p>
            <a:p>
              <a:pPr algn="ctr"/>
              <a:r>
                <a:rPr lang="en-US" altLang="zh-CN" sz="2400" b="1" dirty="0">
                  <a:solidFill>
                    <a:schemeClr val="bg1"/>
                  </a:solidFill>
                  <a:latin typeface="微软雅黑" panose="020B0703020204020201" pitchFamily="34" charset="-122"/>
                  <a:ea typeface="微软雅黑" panose="020B0703020204020201" pitchFamily="34" charset="-122"/>
                </a:rPr>
                <a:t>MASTER</a:t>
              </a:r>
              <a:endParaRPr lang="en-US" altLang="zh-CN" sz="2400" b="1" dirty="0">
                <a:solidFill>
                  <a:schemeClr val="bg1"/>
                </a:solidFill>
                <a:latin typeface="微软雅黑" panose="020B0703020204020201" pitchFamily="34" charset="-122"/>
                <a:ea typeface="微软雅黑" panose="020B0703020204020201" pitchFamily="34" charset="-122"/>
              </a:endParaRPr>
            </a:p>
          </p:txBody>
        </p:sp>
        <p:sp>
          <p:nvSpPr>
            <p:cNvPr id="11" name="文本框 10"/>
            <p:cNvSpPr txBox="1"/>
            <p:nvPr/>
          </p:nvSpPr>
          <p:spPr>
            <a:xfrm>
              <a:off x="576768" y="2544338"/>
              <a:ext cx="1624044" cy="398780"/>
            </a:xfrm>
            <a:prstGeom prst="rect">
              <a:avLst/>
            </a:prstGeom>
            <a:noFill/>
          </p:spPr>
          <p:txBody>
            <a:bodyPr wrap="square" rtlCol="0">
              <a:spAutoFit/>
            </a:bodyPr>
            <a:lstStyle/>
            <a:p>
              <a:r>
                <a:rPr lang="en-US" altLang="zh-CN" sz="2000" b="1" dirty="0">
                  <a:solidFill>
                    <a:schemeClr val="accent1"/>
                  </a:solidFill>
                  <a:latin typeface="+mj-ea"/>
                  <a:ea typeface="+mj-ea"/>
                </a:rPr>
                <a:t>01.</a:t>
              </a:r>
              <a:r>
                <a:rPr lang="zh-CN" altLang="en-US" sz="2000" b="1" dirty="0">
                  <a:solidFill>
                    <a:schemeClr val="accent1"/>
                  </a:solidFill>
                  <a:latin typeface="+mj-ea"/>
                  <a:ea typeface="+mj-ea"/>
                </a:rPr>
                <a:t>项目计划</a:t>
              </a:r>
              <a:endParaRPr lang="zh-CN" altLang="en-US" sz="2000" b="1" dirty="0">
                <a:solidFill>
                  <a:schemeClr val="accent1"/>
                </a:solidFill>
                <a:latin typeface="+mj-ea"/>
                <a:ea typeface="+mj-ea"/>
              </a:endParaRPr>
            </a:p>
          </p:txBody>
        </p:sp>
        <p:sp>
          <p:nvSpPr>
            <p:cNvPr id="12" name="文本框 11"/>
            <p:cNvSpPr txBox="1"/>
            <p:nvPr/>
          </p:nvSpPr>
          <p:spPr>
            <a:xfrm>
              <a:off x="598163" y="2885920"/>
              <a:ext cx="1975932" cy="105029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WEEK1-2</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完成组队任务和选题，并完成项目可行性分析与项目计划和分工。</a:t>
              </a:r>
              <a:endParaRPr lang="zh-CN" altLang="en-US" sz="1200" spc="130" dirty="0">
                <a:solidFill>
                  <a:schemeClr val="bg2">
                    <a:lumMod val="25000"/>
                  </a:schemeClr>
                </a:solidFill>
                <a:latin typeface="+mn-ea"/>
              </a:endParaRPr>
            </a:p>
          </p:txBody>
        </p:sp>
        <p:pic>
          <p:nvPicPr>
            <p:cNvPr id="30" name="图形 29"/>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566333" y="3197056"/>
              <a:ext cx="586743" cy="586743"/>
            </a:xfrm>
            <a:prstGeom prst="rect">
              <a:avLst/>
            </a:prstGeom>
          </p:spPr>
        </p:pic>
        <p:pic>
          <p:nvPicPr>
            <p:cNvPr id="31" name="图形 3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426437" y="2529928"/>
              <a:ext cx="602178" cy="602178"/>
            </a:xfrm>
            <a:prstGeom prst="rect">
              <a:avLst/>
            </a:prstGeom>
          </p:spPr>
        </p:pic>
        <p:pic>
          <p:nvPicPr>
            <p:cNvPr id="32" name="图形 31"/>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750826" y="3367664"/>
              <a:ext cx="690348" cy="680146"/>
            </a:xfrm>
            <a:prstGeom prst="rect">
              <a:avLst/>
            </a:prstGeom>
          </p:spPr>
        </p:pic>
        <p:pic>
          <p:nvPicPr>
            <p:cNvPr id="33" name="图形 32"/>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987719" y="3235225"/>
              <a:ext cx="522697" cy="522697"/>
            </a:xfrm>
            <a:prstGeom prst="rect">
              <a:avLst/>
            </a:prstGeom>
          </p:spPr>
        </p:pic>
        <p:pic>
          <p:nvPicPr>
            <p:cNvPr id="34" name="图形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9111927" y="2543416"/>
              <a:ext cx="579325" cy="579325"/>
            </a:xfrm>
            <a:prstGeom prst="rect">
              <a:avLst/>
            </a:prstGeom>
          </p:spPr>
        </p:pic>
        <p:sp>
          <p:nvSpPr>
            <p:cNvPr id="35" name="文本框 34"/>
            <p:cNvSpPr txBox="1"/>
            <p:nvPr/>
          </p:nvSpPr>
          <p:spPr>
            <a:xfrm>
              <a:off x="2538239" y="3966946"/>
              <a:ext cx="1829246" cy="398780"/>
            </a:xfrm>
            <a:prstGeom prst="rect">
              <a:avLst/>
            </a:prstGeom>
            <a:noFill/>
          </p:spPr>
          <p:txBody>
            <a:bodyPr wrap="square" rtlCol="0">
              <a:spAutoFit/>
            </a:bodyPr>
            <a:lstStyle/>
            <a:p>
              <a:r>
                <a:rPr lang="en-US" altLang="zh-CN" sz="2000" b="1" dirty="0">
                  <a:solidFill>
                    <a:schemeClr val="accent1"/>
                  </a:solidFill>
                  <a:latin typeface="+mj-ea"/>
                  <a:ea typeface="+mj-ea"/>
                </a:rPr>
                <a:t>02.</a:t>
              </a:r>
              <a:r>
                <a:rPr lang="zh-CN" altLang="en-US" sz="2000" b="1" dirty="0">
                  <a:solidFill>
                    <a:schemeClr val="accent1"/>
                  </a:solidFill>
                  <a:latin typeface="+mj-ea"/>
                  <a:ea typeface="+mj-ea"/>
                </a:rPr>
                <a:t>需求分析</a:t>
              </a:r>
              <a:endParaRPr lang="zh-CN" altLang="en-US" sz="2000" b="1" dirty="0">
                <a:solidFill>
                  <a:schemeClr val="accent1"/>
                </a:solidFill>
                <a:latin typeface="+mj-ea"/>
                <a:ea typeface="+mj-ea"/>
              </a:endParaRPr>
            </a:p>
          </p:txBody>
        </p:sp>
        <p:sp>
          <p:nvSpPr>
            <p:cNvPr id="39" name="文本框 38"/>
            <p:cNvSpPr txBox="1"/>
            <p:nvPr/>
          </p:nvSpPr>
          <p:spPr>
            <a:xfrm>
              <a:off x="5271927" y="4282064"/>
              <a:ext cx="1829246" cy="398780"/>
            </a:xfrm>
            <a:prstGeom prst="rect">
              <a:avLst/>
            </a:prstGeom>
            <a:noFill/>
          </p:spPr>
          <p:txBody>
            <a:bodyPr wrap="square" rtlCol="0">
              <a:spAutoFit/>
            </a:bodyPr>
            <a:lstStyle/>
            <a:p>
              <a:r>
                <a:rPr lang="en-US" altLang="zh-CN" sz="2000" b="1" dirty="0">
                  <a:solidFill>
                    <a:schemeClr val="accent1"/>
                  </a:solidFill>
                  <a:latin typeface="+mj-ea"/>
                  <a:ea typeface="+mj-ea"/>
                </a:rPr>
                <a:t>03.</a:t>
              </a:r>
              <a:r>
                <a:rPr lang="zh-CN" altLang="en-US" sz="2000" b="1" dirty="0">
                  <a:solidFill>
                    <a:schemeClr val="accent1"/>
                  </a:solidFill>
                  <a:latin typeface="+mj-ea"/>
                  <a:ea typeface="+mj-ea"/>
                </a:rPr>
                <a:t>项目设计</a:t>
              </a:r>
              <a:endParaRPr lang="zh-CN" altLang="en-US" sz="2000" b="1" dirty="0">
                <a:solidFill>
                  <a:schemeClr val="accent1"/>
                </a:solidFill>
                <a:latin typeface="+mj-ea"/>
                <a:ea typeface="+mj-ea"/>
              </a:endParaRPr>
            </a:p>
          </p:txBody>
        </p:sp>
        <p:sp>
          <p:nvSpPr>
            <p:cNvPr id="42" name="文本框 41"/>
            <p:cNvSpPr txBox="1"/>
            <p:nvPr/>
          </p:nvSpPr>
          <p:spPr>
            <a:xfrm>
              <a:off x="8086759" y="3967591"/>
              <a:ext cx="1772030" cy="398780"/>
            </a:xfrm>
            <a:prstGeom prst="rect">
              <a:avLst/>
            </a:prstGeom>
            <a:noFill/>
          </p:spPr>
          <p:txBody>
            <a:bodyPr wrap="square" rtlCol="0">
              <a:spAutoFit/>
            </a:bodyPr>
            <a:lstStyle/>
            <a:p>
              <a:r>
                <a:rPr lang="en-US" altLang="zh-CN" sz="2000" b="1" dirty="0">
                  <a:solidFill>
                    <a:schemeClr val="accent1"/>
                  </a:solidFill>
                  <a:latin typeface="+mj-ea"/>
                  <a:ea typeface="+mj-ea"/>
                </a:rPr>
                <a:t>04.</a:t>
              </a:r>
              <a:r>
                <a:rPr lang="zh-CN" altLang="en-US" sz="2000" b="1" dirty="0">
                  <a:solidFill>
                    <a:schemeClr val="accent1"/>
                  </a:solidFill>
                  <a:latin typeface="+mj-ea"/>
                  <a:ea typeface="+mj-ea"/>
                </a:rPr>
                <a:t>代码设计</a:t>
              </a:r>
              <a:endParaRPr lang="zh-CN" altLang="en-US" sz="2000" b="1" dirty="0">
                <a:solidFill>
                  <a:schemeClr val="accent1"/>
                </a:solidFill>
                <a:latin typeface="+mj-ea"/>
                <a:ea typeface="+mj-ea"/>
              </a:endParaRPr>
            </a:p>
          </p:txBody>
        </p:sp>
        <p:sp>
          <p:nvSpPr>
            <p:cNvPr id="45" name="文本框 44"/>
            <p:cNvSpPr txBox="1"/>
            <p:nvPr/>
          </p:nvSpPr>
          <p:spPr>
            <a:xfrm>
              <a:off x="9907800" y="2542828"/>
              <a:ext cx="1758486" cy="368300"/>
            </a:xfrm>
            <a:prstGeom prst="rect">
              <a:avLst/>
            </a:prstGeom>
            <a:noFill/>
          </p:spPr>
          <p:txBody>
            <a:bodyPr wrap="square" rtlCol="0">
              <a:spAutoFit/>
            </a:bodyPr>
            <a:lstStyle/>
            <a:p>
              <a:r>
                <a:rPr lang="en-US" altLang="zh-CN" b="1" dirty="0">
                  <a:solidFill>
                    <a:schemeClr val="accent1"/>
                  </a:solidFill>
                  <a:latin typeface="+mj-ea"/>
                  <a:ea typeface="+mj-ea"/>
                </a:rPr>
                <a:t>05.</a:t>
              </a:r>
              <a:r>
                <a:rPr lang="zh-CN" altLang="en-US" b="1" dirty="0">
                  <a:solidFill>
                    <a:schemeClr val="accent1"/>
                  </a:solidFill>
                  <a:latin typeface="+mj-ea"/>
                  <a:ea typeface="+mj-ea"/>
                </a:rPr>
                <a:t>测试</a:t>
              </a:r>
              <a:r>
                <a:rPr lang="en-US" altLang="zh-CN" b="1" dirty="0">
                  <a:solidFill>
                    <a:schemeClr val="accent1"/>
                  </a:solidFill>
                  <a:latin typeface="+mj-ea"/>
                  <a:ea typeface="+mj-ea"/>
                </a:rPr>
                <a:t>+</a:t>
              </a:r>
              <a:r>
                <a:rPr lang="zh-CN" altLang="en-US" b="1" dirty="0">
                  <a:solidFill>
                    <a:schemeClr val="accent1"/>
                  </a:solidFill>
                  <a:latin typeface="+mj-ea"/>
                  <a:ea typeface="+mj-ea"/>
                </a:rPr>
                <a:t>回顾</a:t>
              </a:r>
              <a:endParaRPr lang="zh-CN" altLang="en-US" b="1" dirty="0">
                <a:solidFill>
                  <a:schemeClr val="accent1"/>
                </a:solidFill>
                <a:latin typeface="+mj-ea"/>
                <a:ea typeface="+mj-ea"/>
              </a:endParaRPr>
            </a:p>
          </p:txBody>
        </p:sp>
        <p:sp>
          <p:nvSpPr>
            <p:cNvPr id="27" name="文本框 26"/>
            <p:cNvSpPr txBox="1"/>
            <p:nvPr/>
          </p:nvSpPr>
          <p:spPr>
            <a:xfrm>
              <a:off x="2537980" y="4312061"/>
              <a:ext cx="1972435" cy="129032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WEEK3-5</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将用户抽象痛点转化为具象的系统功能约束与业务边界。输出需求规格说明书</a:t>
              </a:r>
              <a:endParaRPr lang="zh-CN" altLang="en-US" sz="1200" spc="130" dirty="0">
                <a:solidFill>
                  <a:schemeClr val="bg2">
                    <a:lumMod val="25000"/>
                  </a:schemeClr>
                </a:solidFill>
                <a:latin typeface="+mn-ea"/>
              </a:endParaRPr>
            </a:p>
          </p:txBody>
        </p:sp>
        <p:sp>
          <p:nvSpPr>
            <p:cNvPr id="28" name="文本框 27"/>
            <p:cNvSpPr txBox="1"/>
            <p:nvPr/>
          </p:nvSpPr>
          <p:spPr>
            <a:xfrm>
              <a:off x="5272108" y="4617139"/>
              <a:ext cx="2133338" cy="105029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WEEK6-8</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完成系统纵向分层拓扑与底层数据模型的标准化规范设计</a:t>
              </a:r>
              <a:endParaRPr lang="zh-CN" altLang="en-US" sz="1200" spc="130" dirty="0">
                <a:solidFill>
                  <a:schemeClr val="bg2">
                    <a:lumMod val="25000"/>
                  </a:schemeClr>
                </a:solidFill>
                <a:latin typeface="+mn-ea"/>
              </a:endParaRPr>
            </a:p>
          </p:txBody>
        </p:sp>
        <p:sp>
          <p:nvSpPr>
            <p:cNvPr id="29" name="文本框 28"/>
            <p:cNvSpPr txBox="1"/>
            <p:nvPr/>
          </p:nvSpPr>
          <p:spPr>
            <a:xfrm>
              <a:off x="8088898" y="4312061"/>
              <a:ext cx="2058954" cy="105029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WEEK9-10</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全线进入开发环节，对关键业务代码实现与 AI 核心技术难题的攻坚突破。</a:t>
              </a:r>
              <a:endParaRPr lang="zh-CN" altLang="en-US" sz="1200" spc="130" dirty="0">
                <a:solidFill>
                  <a:schemeClr val="bg2">
                    <a:lumMod val="25000"/>
                  </a:schemeClr>
                </a:solidFill>
                <a:latin typeface="+mn-ea"/>
              </a:endParaRPr>
            </a:p>
          </p:txBody>
        </p:sp>
        <p:sp>
          <p:nvSpPr>
            <p:cNvPr id="37" name="文本框 36"/>
            <p:cNvSpPr txBox="1"/>
            <p:nvPr/>
          </p:nvSpPr>
          <p:spPr>
            <a:xfrm>
              <a:off x="9931552" y="2885920"/>
              <a:ext cx="1861286" cy="81026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WEEK11-12</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执行多维测试，对系统交付质量进行验证。</a:t>
              </a:r>
              <a:endParaRPr lang="zh-CN" altLang="en-US" sz="1200" spc="130" dirty="0">
                <a:solidFill>
                  <a:schemeClr val="bg2">
                    <a:lumMod val="25000"/>
                  </a:schemeClr>
                </a:solidFill>
                <a:latin typeface="+mn-ea"/>
              </a:endParaRPr>
            </a:p>
          </p:txBody>
        </p:sp>
      </p:grpSp>
      <p:sp>
        <p:nvSpPr>
          <p:cNvPr id="2" name="文本占位符 1"/>
          <p:cNvSpPr>
            <a:spLocks noGrp="1"/>
          </p:cNvSpPr>
          <p:nvPr>
            <p:ph type="body" sz="quarter" idx="10"/>
          </p:nvPr>
        </p:nvSpPr>
        <p:spPr/>
        <p:txBody>
          <a:bodyPr/>
          <a:lstStyle/>
          <a:p>
            <a:r>
              <a:rPr lang="zh-CN" altLang="en-US" dirty="0"/>
              <a:t>项目历程回顾</a:t>
            </a:r>
            <a:endParaRPr lang="zh-CN"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5151356" y="2087466"/>
            <a:ext cx="2090140"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03</a:t>
            </a:r>
            <a:endParaRPr lang="zh-CN" altLang="en-US" sz="11500" dirty="0">
              <a:solidFill>
                <a:schemeClr val="accent5">
                  <a:alpha val="34000"/>
                </a:schemeClr>
              </a:solidFill>
              <a:latin typeface="Impact" panose="020B0806030902050204" pitchFamily="34" charset="0"/>
            </a:endParaRPr>
          </a:p>
        </p:txBody>
      </p:sp>
      <p:sp>
        <p:nvSpPr>
          <p:cNvPr id="12" name="文本框 11"/>
          <p:cNvSpPr txBox="1"/>
          <p:nvPr/>
        </p:nvSpPr>
        <p:spPr>
          <a:xfrm>
            <a:off x="5400675" y="2650668"/>
            <a:ext cx="1390650" cy="707886"/>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THREE</a:t>
            </a:r>
            <a:endParaRPr lang="zh-CN" altLang="en-US" sz="2000" b="1" dirty="0"/>
          </a:p>
        </p:txBody>
      </p:sp>
      <p:sp>
        <p:nvSpPr>
          <p:cNvPr id="13" name="文本框 12"/>
          <p:cNvSpPr txBox="1"/>
          <p:nvPr/>
        </p:nvSpPr>
        <p:spPr>
          <a:xfrm>
            <a:off x="429989" y="340681"/>
            <a:ext cx="600075" cy="830997"/>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3</a:t>
            </a:r>
            <a:endParaRPr lang="zh-CN" altLang="en-US" sz="4800" dirty="0">
              <a:solidFill>
                <a:schemeClr val="accent1"/>
              </a:solidFill>
              <a:latin typeface="Impact" panose="020B0806030902050204" pitchFamily="34" charset="0"/>
            </a:endParaRPr>
          </a:p>
        </p:txBody>
      </p:sp>
      <p:sp>
        <p:nvSpPr>
          <p:cNvPr id="14" name="文本框 13"/>
          <p:cNvSpPr txBox="1"/>
          <p:nvPr/>
        </p:nvSpPr>
        <p:spPr>
          <a:xfrm>
            <a:off x="4936839" y="3909523"/>
            <a:ext cx="2318322" cy="583565"/>
          </a:xfrm>
          <a:prstGeom prst="rect">
            <a:avLst/>
          </a:prstGeom>
          <a:noFill/>
        </p:spPr>
        <p:txBody>
          <a:bodyPr wrap="square" rtlCol="0">
            <a:spAutoFit/>
          </a:bodyPr>
          <a:lstStyle/>
          <a:p>
            <a:pPr algn="ctr"/>
            <a:r>
              <a:rPr lang="zh-CN" altLang="en-US" sz="3200" b="1" kern="0" dirty="0">
                <a:latin typeface="+mj-ea"/>
                <a:ea typeface="+mj-ea"/>
                <a:sym typeface="+mn-ea"/>
              </a:rPr>
              <a:t>项目详情</a:t>
            </a:r>
            <a:endParaRPr lang="zh-CN" altLang="en-US" sz="3200" b="1" dirty="0">
              <a:latin typeface="+mj-ea"/>
              <a:ea typeface="+mj-ea"/>
            </a:endParaRPr>
          </a:p>
        </p:txBody>
      </p:sp>
      <p:pic>
        <p:nvPicPr>
          <p:cNvPr id="18" name="图形 17"/>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176860" y="2041255"/>
            <a:ext cx="1713618" cy="1713618"/>
          </a:xfrm>
          <a:prstGeom prst="rect">
            <a:avLst/>
          </a:prstGeom>
        </p:spPr>
      </p:pic>
      <p:pic>
        <p:nvPicPr>
          <p:cNvPr id="19" name="图形 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flipH="1">
            <a:off x="3287008" y="2041255"/>
            <a:ext cx="1713618" cy="171361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需求总览</a:t>
            </a:r>
            <a:endParaRPr lang="zh-CN" altLang="en-US" dirty="0"/>
          </a:p>
        </p:txBody>
      </p:sp>
      <p:pic>
        <p:nvPicPr>
          <p:cNvPr id="57" name="图片 56"/>
          <p:cNvPicPr>
            <a:picLocks noChangeAspect="1"/>
          </p:cNvPicPr>
          <p:nvPr/>
        </p:nvPicPr>
        <p:blipFill>
          <a:blip r:embed="rId1"/>
          <a:stretch>
            <a:fillRect/>
          </a:stretch>
        </p:blipFill>
        <p:spPr>
          <a:xfrm>
            <a:off x="87630" y="1472565"/>
            <a:ext cx="6820535" cy="3041650"/>
          </a:xfrm>
          <a:prstGeom prst="rect">
            <a:avLst/>
          </a:prstGeom>
        </p:spPr>
      </p:pic>
      <p:sp>
        <p:nvSpPr>
          <p:cNvPr id="58" name="文本框 57"/>
          <p:cNvSpPr txBox="1"/>
          <p:nvPr/>
        </p:nvSpPr>
        <p:spPr>
          <a:xfrm>
            <a:off x="373380" y="1208405"/>
            <a:ext cx="4064000" cy="368300"/>
          </a:xfrm>
          <a:prstGeom prst="rect">
            <a:avLst/>
          </a:prstGeom>
          <a:noFill/>
        </p:spPr>
        <p:txBody>
          <a:bodyPr wrap="square" rtlCol="0">
            <a:spAutoFit/>
          </a:bodyPr>
          <a:p>
            <a:r>
              <a:rPr lang="zh-CN" altLang="en-US"/>
              <a:t>用户需求模型</a:t>
            </a:r>
            <a:endParaRPr lang="zh-CN" altLang="en-US"/>
          </a:p>
        </p:txBody>
      </p:sp>
      <p:sp>
        <p:nvSpPr>
          <p:cNvPr id="59" name="文本框 58"/>
          <p:cNvSpPr txBox="1"/>
          <p:nvPr/>
        </p:nvSpPr>
        <p:spPr>
          <a:xfrm>
            <a:off x="7227570" y="1309370"/>
            <a:ext cx="4064000" cy="2614930"/>
          </a:xfrm>
          <a:prstGeom prst="rect">
            <a:avLst/>
          </a:prstGeom>
          <a:noFill/>
        </p:spPr>
        <p:txBody>
          <a:bodyPr wrap="square" rtlCol="0">
            <a:spAutoFit/>
          </a:bodyPr>
          <a:p>
            <a:pPr indent="0" algn="l">
              <a:buClrTx/>
              <a:buSzTx/>
              <a:buNone/>
            </a:pPr>
            <a:r>
              <a:rPr lang="en-US" altLang="zh-CN" sz="2000" b="1" dirty="0">
                <a:latin typeface="楷体" panose="02010609060101010101" charset="-122"/>
                <a:ea typeface="楷体" panose="02010609060101010101" charset="-122"/>
                <a:cs typeface="楷体" panose="02010609060101010101" charset="-122"/>
              </a:rPr>
              <a:t>需求概览</a:t>
            </a:r>
            <a:endParaRPr lang="en-US" altLang="zh-CN" sz="2000" b="1" dirty="0">
              <a:latin typeface="楷体" panose="02010609060101010101" charset="-122"/>
              <a:ea typeface="楷体" panose="02010609060101010101" charset="-122"/>
              <a:cs typeface="楷体" panose="02010609060101010101" charset="-122"/>
            </a:endParaRPr>
          </a:p>
          <a:p>
            <a:pPr marL="342900" indent="-342900" algn="l">
              <a:buClrTx/>
              <a:buSzTx/>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功能需求：覆盖系统整个流程，包括输入/解析/核心业务/展示/通知大功能模块</a:t>
            </a:r>
            <a:endParaRPr lang="en-US" altLang="zh-CN" sz="1600" dirty="0">
              <a:latin typeface="楷体" panose="02010609060101010101" charset="-122"/>
              <a:ea typeface="楷体" panose="02010609060101010101" charset="-122"/>
              <a:cs typeface="楷体" panose="02010609060101010101" charset="-122"/>
            </a:endParaRPr>
          </a:p>
          <a:p>
            <a:pPr marL="342900" indent="-342900" algn="l">
              <a:buClrTx/>
              <a:buSzTx/>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接口需求：覆盖UI接口/内部接口/外部接口</a:t>
            </a:r>
            <a:endParaRPr lang="en-US" altLang="zh-CN" sz="1600" dirty="0">
              <a:latin typeface="楷体" panose="02010609060101010101" charset="-122"/>
              <a:ea typeface="楷体" panose="02010609060101010101" charset="-122"/>
              <a:cs typeface="楷体" panose="02010609060101010101" charset="-122"/>
            </a:endParaRPr>
          </a:p>
          <a:p>
            <a:pPr marL="342900" indent="-342900" algn="l">
              <a:buClrTx/>
              <a:buSzTx/>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性能需求：覆盖系统响应/数据处理/AI解析/用户规模等性能指标</a:t>
            </a:r>
            <a:endParaRPr lang="en-US" altLang="zh-CN" sz="1600" dirty="0">
              <a:latin typeface="楷体" panose="02010609060101010101" charset="-122"/>
              <a:ea typeface="楷体" panose="02010609060101010101" charset="-122"/>
              <a:cs typeface="楷体" panose="02010609060101010101" charset="-122"/>
            </a:endParaRPr>
          </a:p>
          <a:p>
            <a:pPr algn="l">
              <a:buClrTx/>
              <a:buSzTx/>
              <a:buFontTx/>
            </a:pPr>
            <a:endParaRPr lang="en-US" altLang="zh-CN" sz="1600" dirty="0">
              <a:latin typeface="楷体" panose="02010609060101010101" charset="-122"/>
              <a:ea typeface="楷体" panose="02010609060101010101" charset="-122"/>
              <a:cs typeface="楷体" panose="02010609060101010101" charset="-122"/>
            </a:endParaRPr>
          </a:p>
          <a:p>
            <a:pPr algn="l">
              <a:buClrTx/>
              <a:buSzTx/>
              <a:buFontTx/>
            </a:pPr>
            <a:r>
              <a:rPr lang="en-US" altLang="zh-CN" sz="1600" dirty="0">
                <a:latin typeface="楷体" panose="02010609060101010101" charset="-122"/>
                <a:ea typeface="楷体" panose="02010609060101010101" charset="-122"/>
                <a:cs typeface="楷体" panose="02010609060101010101" charset="-122"/>
              </a:rPr>
              <a:t>详细需求 请查看需求规格说明书</a:t>
            </a:r>
            <a:endParaRPr lang="en-US" altLang="zh-CN" sz="1600" dirty="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设计总览</a:t>
            </a:r>
            <a:endParaRPr lang="zh-CN" altLang="en-US" dirty="0"/>
          </a:p>
        </p:txBody>
      </p:sp>
      <p:sp>
        <p:nvSpPr>
          <p:cNvPr id="6" name="矩形 5"/>
          <p:cNvSpPr/>
          <p:nvPr/>
        </p:nvSpPr>
        <p:spPr>
          <a:xfrm>
            <a:off x="749618" y="1232979"/>
            <a:ext cx="4394517" cy="48401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5" name="组合 84"/>
          <p:cNvGrpSpPr/>
          <p:nvPr/>
        </p:nvGrpSpPr>
        <p:grpSpPr>
          <a:xfrm>
            <a:off x="1349885" y="1522160"/>
            <a:ext cx="1343404" cy="411435"/>
            <a:chOff x="9778483" y="337454"/>
            <a:chExt cx="1740417" cy="533025"/>
          </a:xfrm>
          <a:solidFill>
            <a:schemeClr val="accent1"/>
          </a:solidFill>
        </p:grpSpPr>
        <p:grpSp>
          <p:nvGrpSpPr>
            <p:cNvPr id="86" name="íślïdé"/>
            <p:cNvGrpSpPr/>
            <p:nvPr/>
          </p:nvGrpSpPr>
          <p:grpSpPr>
            <a:xfrm>
              <a:off x="9778483" y="337454"/>
              <a:ext cx="532392" cy="533025"/>
              <a:chOff x="1735138" y="2095500"/>
              <a:chExt cx="2667000" cy="2670175"/>
            </a:xfrm>
            <a:grpFill/>
          </p:grpSpPr>
          <p:sp>
            <p:nvSpPr>
              <p:cNvPr id="93"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4"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5"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6"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7"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8"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9"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0"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1"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2"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3"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4"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5"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6"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7"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lstStyle/>
            <a:p>
              <a:pPr algn="ctr"/>
            </a:p>
          </p:txBody>
        </p:sp>
        <p:grpSp>
          <p:nvGrpSpPr>
            <p:cNvPr id="88" name="í$ļîdé"/>
            <p:cNvGrpSpPr/>
            <p:nvPr/>
          </p:nvGrpSpPr>
          <p:grpSpPr>
            <a:xfrm>
              <a:off x="10450629" y="404003"/>
              <a:ext cx="1011546" cy="270315"/>
              <a:chOff x="5102226" y="2428875"/>
              <a:chExt cx="5067300" cy="1354138"/>
            </a:xfrm>
            <a:grpFill/>
          </p:grpSpPr>
          <p:sp>
            <p:nvSpPr>
              <p:cNvPr id="89"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0"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1"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2"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cxnSp>
        <p:nvCxnSpPr>
          <p:cNvPr id="107" name="直接连接符 106"/>
          <p:cNvCxnSpPr/>
          <p:nvPr/>
        </p:nvCxnSpPr>
        <p:spPr>
          <a:xfrm>
            <a:off x="1225875" y="2029532"/>
            <a:ext cx="344200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08" name="文本框 107"/>
          <p:cNvSpPr txBox="1"/>
          <p:nvPr/>
        </p:nvSpPr>
        <p:spPr>
          <a:xfrm>
            <a:off x="3680139" y="1567323"/>
            <a:ext cx="1713763" cy="369332"/>
          </a:xfrm>
          <a:prstGeom prst="rect">
            <a:avLst/>
          </a:prstGeom>
          <a:noFill/>
        </p:spPr>
        <p:txBody>
          <a:bodyPr wrap="square" rtlCol="0">
            <a:spAutoFit/>
          </a:bodyPr>
          <a:lstStyle/>
          <a:p>
            <a:r>
              <a:rPr lang="en-US" altLang="zh-CN" sz="600" dirty="0">
                <a:solidFill>
                  <a:schemeClr val="accent1"/>
                </a:solidFill>
                <a:latin typeface="Arial" panose="020B0604020202020204" pitchFamily="34" charset="0"/>
                <a:cs typeface="Arial" panose="020B0604020202020204" pitchFamily="34" charset="0"/>
              </a:rPr>
              <a:t>Chengdu, 610065,</a:t>
            </a:r>
            <a:endParaRPr lang="en-US" altLang="zh-CN" sz="600" dirty="0">
              <a:solidFill>
                <a:schemeClr val="accent1"/>
              </a:solidFill>
              <a:latin typeface="Arial" panose="020B0604020202020204" pitchFamily="34" charset="0"/>
              <a:cs typeface="Arial" panose="020B0604020202020204" pitchFamily="34" charset="0"/>
            </a:endParaRPr>
          </a:p>
          <a:p>
            <a:r>
              <a:rPr lang="en-US" altLang="zh-CN" sz="600" dirty="0">
                <a:solidFill>
                  <a:schemeClr val="accent1"/>
                </a:solidFill>
                <a:latin typeface="Arial" panose="020B0604020202020204" pitchFamily="34" charset="0"/>
                <a:cs typeface="Arial" panose="020B0604020202020204" pitchFamily="34" charset="0"/>
              </a:rPr>
              <a:t>Sichuan, </a:t>
            </a:r>
            <a:r>
              <a:rPr lang="en-US" altLang="zh-CN" sz="600" dirty="0" err="1">
                <a:solidFill>
                  <a:schemeClr val="accent1"/>
                </a:solidFill>
                <a:latin typeface="Arial" panose="020B0604020202020204" pitchFamily="34" charset="0"/>
                <a:cs typeface="Arial" panose="020B0604020202020204" pitchFamily="34" charset="0"/>
              </a:rPr>
              <a:t>P.R.China</a:t>
            </a:r>
            <a:endParaRPr lang="en-US" altLang="zh-CN" sz="600" dirty="0">
              <a:solidFill>
                <a:schemeClr val="accent1"/>
              </a:solidFill>
              <a:latin typeface="Arial" panose="020B0604020202020204" pitchFamily="34" charset="0"/>
              <a:cs typeface="Arial" panose="020B0604020202020204" pitchFamily="34" charset="0"/>
            </a:endParaRPr>
          </a:p>
          <a:p>
            <a:r>
              <a:rPr lang="en-US" altLang="zh-CN" sz="600" dirty="0">
                <a:solidFill>
                  <a:schemeClr val="accent1"/>
                </a:solidFill>
                <a:latin typeface="Arial" panose="020B0604020202020204" pitchFamily="34" charset="0"/>
                <a:cs typeface="Arial" panose="020B0604020202020204" pitchFamily="34" charset="0"/>
              </a:rPr>
              <a:t>http://www.scu.edu.cn</a:t>
            </a:r>
            <a:endParaRPr lang="en-US" altLang="zh-CN" sz="600" dirty="0">
              <a:solidFill>
                <a:schemeClr val="accent1"/>
              </a:solidFill>
              <a:latin typeface="Arial" panose="020B0604020202020204" pitchFamily="34" charset="0"/>
              <a:cs typeface="Arial" panose="020B0604020202020204" pitchFamily="34" charset="0"/>
            </a:endParaRPr>
          </a:p>
        </p:txBody>
      </p:sp>
      <p:sp>
        <p:nvSpPr>
          <p:cNvPr id="112" name="文本框 111"/>
          <p:cNvSpPr txBox="1"/>
          <p:nvPr/>
        </p:nvSpPr>
        <p:spPr>
          <a:xfrm>
            <a:off x="1775399" y="2145884"/>
            <a:ext cx="2342954" cy="398780"/>
          </a:xfrm>
          <a:prstGeom prst="rect">
            <a:avLst/>
          </a:prstGeom>
          <a:noFill/>
        </p:spPr>
        <p:txBody>
          <a:bodyPr wrap="square" rtlCol="0">
            <a:spAutoFit/>
          </a:bodyPr>
          <a:lstStyle/>
          <a:p>
            <a:pPr algn="ctr"/>
            <a:r>
              <a:rPr lang="zh-CN" altLang="en-US" sz="2000" b="1" dirty="0">
                <a:latin typeface="+mn-ea"/>
              </a:rPr>
              <a:t>项目架构</a:t>
            </a:r>
            <a:endParaRPr lang="zh-CN" altLang="en-US" sz="2000" b="1" dirty="0">
              <a:latin typeface="+mn-ea"/>
            </a:endParaRPr>
          </a:p>
        </p:txBody>
      </p:sp>
      <p:pic>
        <p:nvPicPr>
          <p:cNvPr id="3" name="图片 56" descr="未命名绘图.drawio"/>
          <p:cNvPicPr>
            <a:picLocks noChangeAspect="1"/>
          </p:cNvPicPr>
          <p:nvPr/>
        </p:nvPicPr>
        <p:blipFill>
          <a:blip r:embed="rId1"/>
          <a:stretch>
            <a:fillRect/>
          </a:stretch>
        </p:blipFill>
        <p:spPr>
          <a:xfrm>
            <a:off x="749935" y="2805430"/>
            <a:ext cx="4717415" cy="3065145"/>
          </a:xfrm>
          <a:prstGeom prst="rect">
            <a:avLst/>
          </a:prstGeom>
          <a:noFill/>
          <a:ln w="9525">
            <a:noFill/>
          </a:ln>
        </p:spPr>
      </p:pic>
      <p:sp>
        <p:nvSpPr>
          <p:cNvPr id="4" name="矩形 3"/>
          <p:cNvSpPr/>
          <p:nvPr/>
        </p:nvSpPr>
        <p:spPr>
          <a:xfrm>
            <a:off x="6530976" y="1293939"/>
            <a:ext cx="4425397" cy="48401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grpSp>
        <p:nvGrpSpPr>
          <p:cNvPr id="29" name="组合 28"/>
          <p:cNvGrpSpPr/>
          <p:nvPr/>
        </p:nvGrpSpPr>
        <p:grpSpPr>
          <a:xfrm>
            <a:off x="7148064" y="1579842"/>
            <a:ext cx="1343404" cy="411435"/>
            <a:chOff x="9778483" y="337454"/>
            <a:chExt cx="1740417" cy="533025"/>
          </a:xfrm>
          <a:solidFill>
            <a:schemeClr val="accent1"/>
          </a:solidFill>
        </p:grpSpPr>
        <p:grpSp>
          <p:nvGrpSpPr>
            <p:cNvPr id="31" name="íślïdé"/>
            <p:cNvGrpSpPr/>
            <p:nvPr/>
          </p:nvGrpSpPr>
          <p:grpSpPr>
            <a:xfrm>
              <a:off x="9778483" y="337454"/>
              <a:ext cx="532392" cy="533025"/>
              <a:chOff x="1735138" y="2095500"/>
              <a:chExt cx="2667000" cy="2670175"/>
            </a:xfrm>
            <a:grpFill/>
          </p:grpSpPr>
          <p:sp>
            <p:nvSpPr>
              <p:cNvPr id="32"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3"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5"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6"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7"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8"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9"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0"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1"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2"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3"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4"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5"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6"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grpSp>
        <p:sp>
          <p:nvSpPr>
            <p:cNvPr id="47"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p>
              <a:pPr algn="ctr"/>
            </a:p>
          </p:txBody>
        </p:sp>
        <p:grpSp>
          <p:nvGrpSpPr>
            <p:cNvPr id="48" name="í$ļîdé"/>
            <p:cNvGrpSpPr/>
            <p:nvPr/>
          </p:nvGrpSpPr>
          <p:grpSpPr>
            <a:xfrm>
              <a:off x="10450629" y="404003"/>
              <a:ext cx="1011546" cy="270315"/>
              <a:chOff x="5102226" y="2428875"/>
              <a:chExt cx="5067300" cy="1354138"/>
            </a:xfrm>
            <a:grpFill/>
          </p:grpSpPr>
          <p:sp>
            <p:nvSpPr>
              <p:cNvPr id="49"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50"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51"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52"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grpSp>
      </p:grpSp>
      <p:cxnSp>
        <p:nvCxnSpPr>
          <p:cNvPr id="53" name="直接连接符 52"/>
          <p:cNvCxnSpPr/>
          <p:nvPr/>
        </p:nvCxnSpPr>
        <p:spPr>
          <a:xfrm>
            <a:off x="7022673" y="2087214"/>
            <a:ext cx="344200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4" name="文本框 53"/>
          <p:cNvSpPr txBox="1"/>
          <p:nvPr/>
        </p:nvSpPr>
        <p:spPr>
          <a:xfrm>
            <a:off x="9478318" y="1625005"/>
            <a:ext cx="1713763" cy="369332"/>
          </a:xfrm>
          <a:prstGeom prst="rect">
            <a:avLst/>
          </a:prstGeom>
          <a:noFill/>
        </p:spPr>
        <p:txBody>
          <a:bodyPr wrap="square" rtlCol="0">
            <a:spAutoFit/>
          </a:bodyPr>
          <a:p>
            <a:r>
              <a:rPr lang="en-US" altLang="zh-CN" sz="600" dirty="0">
                <a:solidFill>
                  <a:schemeClr val="accent1"/>
                </a:solidFill>
                <a:latin typeface="Arial" panose="020B0604020202020204" pitchFamily="34" charset="0"/>
                <a:cs typeface="Arial" panose="020B0604020202020204" pitchFamily="34" charset="0"/>
              </a:rPr>
              <a:t>Chengdu, 610065,</a:t>
            </a:r>
            <a:endParaRPr lang="en-US" altLang="zh-CN" sz="600" dirty="0">
              <a:solidFill>
                <a:schemeClr val="accent1"/>
              </a:solidFill>
              <a:latin typeface="Arial" panose="020B0604020202020204" pitchFamily="34" charset="0"/>
              <a:cs typeface="Arial" panose="020B0604020202020204" pitchFamily="34" charset="0"/>
            </a:endParaRPr>
          </a:p>
          <a:p>
            <a:r>
              <a:rPr lang="en-US" altLang="zh-CN" sz="600" dirty="0">
                <a:solidFill>
                  <a:schemeClr val="accent1"/>
                </a:solidFill>
                <a:latin typeface="Arial" panose="020B0604020202020204" pitchFamily="34" charset="0"/>
                <a:cs typeface="Arial" panose="020B0604020202020204" pitchFamily="34" charset="0"/>
              </a:rPr>
              <a:t>Sichuan, </a:t>
            </a:r>
            <a:r>
              <a:rPr lang="en-US" altLang="zh-CN" sz="600" dirty="0" err="1">
                <a:solidFill>
                  <a:schemeClr val="accent1"/>
                </a:solidFill>
                <a:latin typeface="Arial" panose="020B0604020202020204" pitchFamily="34" charset="0"/>
                <a:cs typeface="Arial" panose="020B0604020202020204" pitchFamily="34" charset="0"/>
              </a:rPr>
              <a:t>P.R.China</a:t>
            </a:r>
            <a:endParaRPr lang="en-US" altLang="zh-CN" sz="600" dirty="0">
              <a:solidFill>
                <a:schemeClr val="accent1"/>
              </a:solidFill>
              <a:latin typeface="Arial" panose="020B0604020202020204" pitchFamily="34" charset="0"/>
              <a:cs typeface="Arial" panose="020B0604020202020204" pitchFamily="34" charset="0"/>
            </a:endParaRPr>
          </a:p>
          <a:p>
            <a:r>
              <a:rPr lang="en-US" altLang="zh-CN" sz="600" dirty="0">
                <a:solidFill>
                  <a:schemeClr val="accent1"/>
                </a:solidFill>
                <a:latin typeface="Arial" panose="020B0604020202020204" pitchFamily="34" charset="0"/>
                <a:cs typeface="Arial" panose="020B0604020202020204" pitchFamily="34" charset="0"/>
              </a:rPr>
              <a:t>http://www.scu.edu.cn</a:t>
            </a:r>
            <a:endParaRPr lang="en-US" altLang="zh-CN" sz="600" dirty="0">
              <a:solidFill>
                <a:schemeClr val="accent1"/>
              </a:solidFill>
              <a:latin typeface="Arial" panose="020B0604020202020204" pitchFamily="34" charset="0"/>
              <a:cs typeface="Arial" panose="020B0604020202020204" pitchFamily="34" charset="0"/>
            </a:endParaRPr>
          </a:p>
        </p:txBody>
      </p:sp>
      <p:sp>
        <p:nvSpPr>
          <p:cNvPr id="55" name="文本框 54"/>
          <p:cNvSpPr txBox="1"/>
          <p:nvPr/>
        </p:nvSpPr>
        <p:spPr>
          <a:xfrm>
            <a:off x="7572197" y="2201290"/>
            <a:ext cx="2342954" cy="398780"/>
          </a:xfrm>
          <a:prstGeom prst="rect">
            <a:avLst/>
          </a:prstGeom>
          <a:noFill/>
        </p:spPr>
        <p:txBody>
          <a:bodyPr wrap="square" rtlCol="0">
            <a:spAutoFit/>
          </a:bodyPr>
          <a:p>
            <a:pPr algn="ctr"/>
            <a:r>
              <a:rPr lang="zh-CN" altLang="en-US" sz="2000" b="1" dirty="0">
                <a:latin typeface="+mn-ea"/>
              </a:rPr>
              <a:t>系统组成</a:t>
            </a:r>
            <a:endParaRPr lang="zh-CN" altLang="en-US" sz="2000" b="1" dirty="0">
              <a:latin typeface="+mn-ea"/>
            </a:endParaRPr>
          </a:p>
        </p:txBody>
      </p:sp>
      <p:sp>
        <p:nvSpPr>
          <p:cNvPr id="56" name="文本框 55"/>
          <p:cNvSpPr txBox="1"/>
          <p:nvPr/>
        </p:nvSpPr>
        <p:spPr>
          <a:xfrm>
            <a:off x="7091111" y="2544989"/>
            <a:ext cx="3305126" cy="3290570"/>
          </a:xfrm>
          <a:prstGeom prst="rect">
            <a:avLst/>
          </a:prstGeom>
          <a:noFill/>
        </p:spPr>
        <p:txBody>
          <a:bodyPr wrap="square" rtlCol="0">
            <a:spAutoFit/>
          </a:bodyPr>
          <a:p>
            <a:pPr algn="just">
              <a:lnSpc>
                <a:spcPct val="130000"/>
              </a:lnSpc>
            </a:pPr>
            <a:r>
              <a:rPr sz="1600" spc="130" dirty="0"/>
              <a:t>整体由四个核心子系统构成：</a:t>
            </a:r>
            <a:endParaRPr sz="1600" spc="130" dirty="0"/>
          </a:p>
          <a:p>
            <a:pPr marL="285750" indent="-285750" algn="just">
              <a:lnSpc>
                <a:spcPct val="130000"/>
              </a:lnSpc>
              <a:buFont typeface="Arial" panose="020B0604020202020204" pitchFamily="34" charset="0"/>
              <a:buChar char="•"/>
            </a:pPr>
            <a:r>
              <a:rPr sz="1600" spc="130" dirty="0"/>
              <a:t>前端展示子系统</a:t>
            </a:r>
            <a:endParaRPr sz="1600" spc="130" dirty="0"/>
          </a:p>
          <a:p>
            <a:pPr marL="285750" indent="-285750" algn="just">
              <a:lnSpc>
                <a:spcPct val="130000"/>
              </a:lnSpc>
              <a:buFont typeface="Arial" panose="020B0604020202020204" pitchFamily="34" charset="0"/>
              <a:buChar char="•"/>
            </a:pPr>
            <a:r>
              <a:rPr sz="1600" spc="130" dirty="0"/>
              <a:t>后端业务子系统</a:t>
            </a:r>
            <a:endParaRPr sz="1600" spc="130" dirty="0"/>
          </a:p>
          <a:p>
            <a:pPr marL="285750" indent="-285750" algn="just">
              <a:lnSpc>
                <a:spcPct val="130000"/>
              </a:lnSpc>
              <a:buFont typeface="Arial" panose="020B0604020202020204" pitchFamily="34" charset="0"/>
              <a:buChar char="•"/>
            </a:pPr>
            <a:r>
              <a:rPr sz="1600" spc="130" dirty="0"/>
              <a:t>数据存储子系统</a:t>
            </a:r>
            <a:endParaRPr sz="1600" spc="130" dirty="0"/>
          </a:p>
          <a:p>
            <a:pPr marL="285750" indent="-285750" algn="just">
              <a:lnSpc>
                <a:spcPct val="130000"/>
              </a:lnSpc>
              <a:buFont typeface="Arial" panose="020B0604020202020204" pitchFamily="34" charset="0"/>
              <a:buChar char="•"/>
            </a:pPr>
            <a:r>
              <a:rPr sz="1600" spc="130" dirty="0"/>
              <a:t>外部服务子系统</a:t>
            </a:r>
            <a:endParaRPr sz="1600" spc="130" dirty="0"/>
          </a:p>
          <a:p>
            <a:pPr algn="just">
              <a:lnSpc>
                <a:spcPct val="130000"/>
              </a:lnSpc>
            </a:pPr>
            <a:r>
              <a:rPr sz="1600" spc="130" dirty="0"/>
              <a:t>各子系统之间分工明确、协同运行，共同支撑系统从任务信息采集、解析、管理到提醒触达的完整业务流程。</a:t>
            </a:r>
            <a:r>
              <a:rPr lang="zh-CN" altLang="en-US" sz="1600" spc="130" dirty="0"/>
              <a:t> </a:t>
            </a:r>
            <a:endParaRPr lang="en-US" altLang="zh-CN" sz="1600" spc="130" dirty="0"/>
          </a:p>
          <a:p>
            <a:pPr algn="just">
              <a:lnSpc>
                <a:spcPct val="130000"/>
              </a:lnSpc>
            </a:pPr>
            <a:endParaRPr lang="zh-CN" altLang="en-US" sz="1600" spc="1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设计总览</a:t>
            </a:r>
            <a:endParaRPr lang="zh-CN" altLang="en-US" dirty="0"/>
          </a:p>
        </p:txBody>
      </p:sp>
      <p:grpSp>
        <p:nvGrpSpPr>
          <p:cNvPr id="85" name="组合 84"/>
          <p:cNvGrpSpPr/>
          <p:nvPr/>
        </p:nvGrpSpPr>
        <p:grpSpPr>
          <a:xfrm>
            <a:off x="1349885" y="1522160"/>
            <a:ext cx="1343404" cy="411435"/>
            <a:chOff x="9778483" y="337454"/>
            <a:chExt cx="1740417" cy="533025"/>
          </a:xfrm>
          <a:solidFill>
            <a:schemeClr val="accent1"/>
          </a:solidFill>
        </p:grpSpPr>
        <p:grpSp>
          <p:nvGrpSpPr>
            <p:cNvPr id="86" name="íślïdé"/>
            <p:cNvGrpSpPr/>
            <p:nvPr/>
          </p:nvGrpSpPr>
          <p:grpSpPr>
            <a:xfrm>
              <a:off x="9778483" y="337454"/>
              <a:ext cx="532392" cy="533025"/>
              <a:chOff x="1735138" y="2095500"/>
              <a:chExt cx="2667000" cy="2670175"/>
            </a:xfrm>
            <a:grpFill/>
          </p:grpSpPr>
          <p:sp>
            <p:nvSpPr>
              <p:cNvPr id="93"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4"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5"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6"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7"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8"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9"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0"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1"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2"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3"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4"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5"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6"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7"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lstStyle/>
            <a:p>
              <a:pPr algn="ctr"/>
            </a:p>
          </p:txBody>
        </p:sp>
        <p:grpSp>
          <p:nvGrpSpPr>
            <p:cNvPr id="88" name="í$ļîdé"/>
            <p:cNvGrpSpPr/>
            <p:nvPr/>
          </p:nvGrpSpPr>
          <p:grpSpPr>
            <a:xfrm>
              <a:off x="10450629" y="404003"/>
              <a:ext cx="1011546" cy="270315"/>
              <a:chOff x="5102226" y="2428875"/>
              <a:chExt cx="5067300" cy="1354138"/>
            </a:xfrm>
            <a:grpFill/>
          </p:grpSpPr>
          <p:sp>
            <p:nvSpPr>
              <p:cNvPr id="89"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0"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1"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2"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sp>
        <p:nvSpPr>
          <p:cNvPr id="112" name="文本框 111"/>
          <p:cNvSpPr txBox="1"/>
          <p:nvPr/>
        </p:nvSpPr>
        <p:spPr>
          <a:xfrm>
            <a:off x="1513779" y="1123534"/>
            <a:ext cx="2342954" cy="398780"/>
          </a:xfrm>
          <a:prstGeom prst="rect">
            <a:avLst/>
          </a:prstGeom>
          <a:noFill/>
        </p:spPr>
        <p:txBody>
          <a:bodyPr wrap="square" rtlCol="0">
            <a:spAutoFit/>
          </a:bodyPr>
          <a:lstStyle/>
          <a:p>
            <a:pPr algn="ctr"/>
            <a:r>
              <a:rPr lang="zh-CN" altLang="en-US" sz="2000" b="1" dirty="0">
                <a:latin typeface="+mn-ea"/>
              </a:rPr>
              <a:t>数据设计</a:t>
            </a:r>
            <a:endParaRPr lang="zh-CN" altLang="en-US" sz="2000" b="1" dirty="0">
              <a:latin typeface="+mn-ea"/>
            </a:endParaRPr>
          </a:p>
        </p:txBody>
      </p:sp>
      <p:sp>
        <p:nvSpPr>
          <p:cNvPr id="55" name="文本框 54"/>
          <p:cNvSpPr txBox="1"/>
          <p:nvPr/>
        </p:nvSpPr>
        <p:spPr>
          <a:xfrm>
            <a:off x="7074357" y="1350390"/>
            <a:ext cx="2342954" cy="368300"/>
          </a:xfrm>
          <a:prstGeom prst="rect">
            <a:avLst/>
          </a:prstGeom>
          <a:noFill/>
        </p:spPr>
        <p:txBody>
          <a:bodyPr wrap="square" rtlCol="0">
            <a:spAutoFit/>
          </a:bodyPr>
          <a:p>
            <a:pPr algn="ctr"/>
            <a:r>
              <a:rPr lang="en-US" altLang="zh-CN" b="1" dirty="0">
                <a:latin typeface="楷体" panose="02010609060101010101" charset="-122"/>
                <a:ea typeface="楷体" panose="02010609060101010101" charset="-122"/>
                <a:cs typeface="楷体" panose="02010609060101010101" charset="-122"/>
              </a:rPr>
              <a:t>设计总览</a:t>
            </a:r>
            <a:endParaRPr lang="en-US" altLang="zh-CN" b="1" dirty="0">
              <a:latin typeface="楷体" panose="02010609060101010101" charset="-122"/>
              <a:ea typeface="楷体" panose="02010609060101010101" charset="-122"/>
              <a:cs typeface="楷体" panose="02010609060101010101" charset="-122"/>
            </a:endParaRPr>
          </a:p>
        </p:txBody>
      </p:sp>
      <p:sp>
        <p:nvSpPr>
          <p:cNvPr id="56" name="文本框 55"/>
          <p:cNvSpPr txBox="1"/>
          <p:nvPr/>
        </p:nvSpPr>
        <p:spPr>
          <a:xfrm>
            <a:off x="6336030" y="1694180"/>
            <a:ext cx="4300220" cy="3610610"/>
          </a:xfrm>
          <a:prstGeom prst="rect">
            <a:avLst/>
          </a:prstGeom>
          <a:noFill/>
        </p:spPr>
        <p:txBody>
          <a:bodyPr wrap="square" rtlCol="0">
            <a:spAutoFit/>
          </a:bodyPr>
          <a:p>
            <a:pPr algn="just">
              <a:lnSpc>
                <a:spcPct val="130000"/>
              </a:lnSpc>
            </a:pPr>
            <a:r>
              <a:rPr lang="en-US" altLang="zh-CN" sz="1600" dirty="0">
                <a:latin typeface="楷体" panose="02010609060101010101" charset="-122"/>
                <a:ea typeface="楷体" panose="02010609060101010101" charset="-122"/>
                <a:cs typeface="楷体" panose="02010609060101010101" charset="-122"/>
              </a:rPr>
              <a:t>整体有下面几个大部分的设计</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1.功能设计：包含用户与认证，任务管理，信息解析，提醒与通知，优先级调度，统计与辅助六个大模块</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2.接口设计：包含外部接口，内部接口设计</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3.界面设计：对页面结构，跳转关系，布局安排进行详细设计</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4.性能指标设计：与需求部分的性能需求相互对应</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详细见系统设计说明书</a:t>
            </a:r>
            <a:endParaRPr lang="en-US" altLang="zh-CN" sz="1600" dirty="0">
              <a:latin typeface="楷体" panose="02010609060101010101" charset="-122"/>
              <a:ea typeface="楷体" panose="02010609060101010101" charset="-122"/>
              <a:cs typeface="楷体" panose="02010609060101010101" charset="-122"/>
            </a:endParaRPr>
          </a:p>
        </p:txBody>
      </p:sp>
      <p:pic>
        <p:nvPicPr>
          <p:cNvPr id="3" name="图片 -2147482593" descr="Untitled"/>
          <p:cNvPicPr>
            <a:picLocks noChangeAspect="1"/>
          </p:cNvPicPr>
          <p:nvPr/>
        </p:nvPicPr>
        <p:blipFill>
          <a:blip r:embed="rId1"/>
          <a:srcRect b="3891"/>
          <a:stretch>
            <a:fillRect/>
          </a:stretch>
        </p:blipFill>
        <p:spPr>
          <a:xfrm>
            <a:off x="1019175" y="1522095"/>
            <a:ext cx="3139440" cy="5166360"/>
          </a:xfrm>
          <a:prstGeom prst="rect">
            <a:avLst/>
          </a:prstGeom>
          <a:noFill/>
          <a:ln w="9525">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设计总览</a:t>
            </a:r>
            <a:endParaRPr lang="zh-CN" altLang="en-US" dirty="0"/>
          </a:p>
        </p:txBody>
      </p:sp>
      <p:sp>
        <p:nvSpPr>
          <p:cNvPr id="112" name="文本框 111"/>
          <p:cNvSpPr txBox="1"/>
          <p:nvPr/>
        </p:nvSpPr>
        <p:spPr>
          <a:xfrm>
            <a:off x="1330264" y="1406744"/>
            <a:ext cx="2342954" cy="398780"/>
          </a:xfrm>
          <a:prstGeom prst="rect">
            <a:avLst/>
          </a:prstGeom>
          <a:noFill/>
        </p:spPr>
        <p:txBody>
          <a:bodyPr wrap="square" rtlCol="0">
            <a:spAutoFit/>
          </a:bodyPr>
          <a:lstStyle/>
          <a:p>
            <a:pPr algn="ctr"/>
            <a:r>
              <a:rPr lang="zh-CN" altLang="en-US" sz="2000" b="1" dirty="0">
                <a:latin typeface="+mn-ea"/>
              </a:rPr>
              <a:t>相关技术选择</a:t>
            </a:r>
            <a:endParaRPr lang="zh-CN" altLang="en-US" sz="2000" b="1" dirty="0">
              <a:latin typeface="+mn-ea"/>
            </a:endParaRPr>
          </a:p>
        </p:txBody>
      </p:sp>
      <p:pic>
        <p:nvPicPr>
          <p:cNvPr id="4" name="图片 3"/>
          <p:cNvPicPr>
            <a:picLocks noChangeAspect="1"/>
          </p:cNvPicPr>
          <p:nvPr/>
        </p:nvPicPr>
        <p:blipFill>
          <a:blip r:embed="rId1"/>
          <a:stretch>
            <a:fillRect/>
          </a:stretch>
        </p:blipFill>
        <p:spPr>
          <a:xfrm>
            <a:off x="525780" y="2250440"/>
            <a:ext cx="4776470" cy="269303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测试总览</a:t>
            </a:r>
            <a:endParaRPr lang="zh-CN" altLang="en-US" dirty="0"/>
          </a:p>
        </p:txBody>
      </p:sp>
      <p:sp>
        <p:nvSpPr>
          <p:cNvPr id="55" name="文本框 54"/>
          <p:cNvSpPr txBox="1"/>
          <p:nvPr/>
        </p:nvSpPr>
        <p:spPr>
          <a:xfrm>
            <a:off x="1266012" y="135039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测试</a:t>
            </a:r>
            <a:r>
              <a:rPr lang="en-US" altLang="zh-CN" b="1" dirty="0">
                <a:latin typeface="楷体" panose="02010609060101010101" charset="-122"/>
                <a:ea typeface="楷体" panose="02010609060101010101" charset="-122"/>
                <a:cs typeface="楷体" panose="02010609060101010101" charset="-122"/>
              </a:rPr>
              <a:t>总览</a:t>
            </a:r>
            <a:endParaRPr lang="en-US" altLang="zh-CN" b="1" dirty="0">
              <a:latin typeface="楷体" panose="02010609060101010101" charset="-122"/>
              <a:ea typeface="楷体" panose="02010609060101010101" charset="-122"/>
              <a:cs typeface="楷体" panose="02010609060101010101" charset="-122"/>
            </a:endParaRPr>
          </a:p>
        </p:txBody>
      </p:sp>
      <p:sp>
        <p:nvSpPr>
          <p:cNvPr id="56" name="文本框 55"/>
          <p:cNvSpPr txBox="1"/>
          <p:nvPr/>
        </p:nvSpPr>
        <p:spPr>
          <a:xfrm>
            <a:off x="508635" y="1955165"/>
            <a:ext cx="5922645" cy="3290570"/>
          </a:xfrm>
          <a:prstGeom prst="rect">
            <a:avLst/>
          </a:prstGeom>
          <a:noFill/>
        </p:spPr>
        <p:txBody>
          <a:bodyPr wrap="square" rtlCol="0">
            <a:spAutoFit/>
          </a:bodyPr>
          <a:p>
            <a:pPr algn="just">
              <a:lnSpc>
                <a:spcPct val="130000"/>
              </a:lnSpc>
            </a:pPr>
            <a:r>
              <a:rPr lang="en-US" altLang="zh-CN" sz="1600" dirty="0">
                <a:latin typeface="楷体" panose="02010609060101010101" charset="-122"/>
                <a:ea typeface="楷体" panose="02010609060101010101" charset="-122"/>
                <a:cs typeface="楷体" panose="02010609060101010101" charset="-122"/>
              </a:rPr>
              <a:t>整体有下面几个大部分的</a:t>
            </a:r>
            <a:r>
              <a:rPr lang="zh-CN" altLang="en-US" sz="1600" dirty="0">
                <a:latin typeface="楷体" panose="02010609060101010101" charset="-122"/>
                <a:ea typeface="楷体" panose="02010609060101010101" charset="-122"/>
                <a:cs typeface="楷体" panose="02010609060101010101" charset="-122"/>
              </a:rPr>
              <a:t>测试</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1.功能</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a:t>
            </a:r>
            <a:r>
              <a:rPr lang="zh-CN" altLang="en-US" sz="1600" dirty="0">
                <a:latin typeface="楷体" panose="02010609060101010101" charset="-122"/>
                <a:ea typeface="楷体" panose="02010609060101010101" charset="-122"/>
                <a:cs typeface="楷体" panose="02010609060101010101" charset="-122"/>
              </a:rPr>
              <a:t>覆盖设计说明书中的所有功能模块及设计条目，共计</a:t>
            </a:r>
            <a:r>
              <a:rPr lang="en-US" altLang="zh-CN" sz="1600" dirty="0">
                <a:latin typeface="楷体" panose="02010609060101010101" charset="-122"/>
                <a:ea typeface="楷体" panose="02010609060101010101" charset="-122"/>
                <a:cs typeface="楷体" panose="02010609060101010101" charset="-122"/>
              </a:rPr>
              <a:t>90</a:t>
            </a:r>
            <a:r>
              <a:rPr lang="zh-CN" altLang="en-US" sz="1600" dirty="0">
                <a:latin typeface="楷体" panose="02010609060101010101" charset="-122"/>
                <a:ea typeface="楷体" panose="02010609060101010101" charset="-122"/>
                <a:cs typeface="楷体" panose="02010609060101010101" charset="-122"/>
              </a:rPr>
              <a:t>个测试用例</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2.接口</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a:t>
            </a:r>
            <a:r>
              <a:rPr lang="zh-CN" altLang="en-US" sz="1600" dirty="0">
                <a:latin typeface="楷体" panose="02010609060101010101" charset="-122"/>
                <a:ea typeface="楷体" panose="02010609060101010101" charset="-122"/>
                <a:cs typeface="楷体" panose="02010609060101010101" charset="-122"/>
              </a:rPr>
              <a:t>分别对</a:t>
            </a:r>
            <a:r>
              <a:rPr lang="en-US" altLang="zh-CN" sz="1600" dirty="0">
                <a:latin typeface="楷体" panose="02010609060101010101" charset="-122"/>
                <a:ea typeface="楷体" panose="02010609060101010101" charset="-122"/>
                <a:cs typeface="楷体" panose="02010609060101010101" charset="-122"/>
              </a:rPr>
              <a:t>外部接口</a:t>
            </a:r>
            <a:r>
              <a:rPr lang="zh-CN" altLang="en-US" sz="1600" dirty="0">
                <a:latin typeface="楷体" panose="02010609060101010101" charset="-122"/>
                <a:ea typeface="楷体" panose="02010609060101010101" charset="-122"/>
                <a:cs typeface="楷体" panose="02010609060101010101" charset="-122"/>
              </a:rPr>
              <a:t>与</a:t>
            </a:r>
            <a:r>
              <a:rPr lang="en-US" altLang="zh-CN" sz="1600" dirty="0">
                <a:latin typeface="楷体" panose="02010609060101010101" charset="-122"/>
                <a:ea typeface="楷体" panose="02010609060101010101" charset="-122"/>
                <a:cs typeface="楷体" panose="02010609060101010101" charset="-122"/>
              </a:rPr>
              <a:t>内部接口</a:t>
            </a:r>
            <a:r>
              <a:rPr lang="zh-CN" altLang="en-US" sz="1600" dirty="0">
                <a:latin typeface="楷体" panose="02010609060101010101" charset="-122"/>
                <a:ea typeface="楷体" panose="02010609060101010101" charset="-122"/>
                <a:cs typeface="楷体" panose="02010609060101010101" charset="-122"/>
              </a:rPr>
              <a:t>进行测试，共计</a:t>
            </a:r>
            <a:r>
              <a:rPr lang="en-US" altLang="zh-CN" sz="1600" dirty="0">
                <a:latin typeface="楷体" panose="02010609060101010101" charset="-122"/>
                <a:ea typeface="楷体" panose="02010609060101010101" charset="-122"/>
                <a:cs typeface="楷体" panose="02010609060101010101" charset="-122"/>
              </a:rPr>
              <a:t>95</a:t>
            </a:r>
            <a:r>
              <a:rPr lang="zh-CN" altLang="en-US" sz="1600" dirty="0">
                <a:latin typeface="楷体" panose="02010609060101010101" charset="-122"/>
                <a:ea typeface="楷体" panose="02010609060101010101" charset="-122"/>
                <a:cs typeface="楷体" panose="02010609060101010101" charset="-122"/>
              </a:rPr>
              <a:t>个测试用例（</a:t>
            </a:r>
            <a:r>
              <a:rPr lang="en-US" altLang="zh-CN" sz="1600" dirty="0">
                <a:latin typeface="楷体" panose="02010609060101010101" charset="-122"/>
                <a:ea typeface="楷体" panose="02010609060101010101" charset="-122"/>
                <a:cs typeface="楷体" panose="02010609060101010101" charset="-122"/>
              </a:rPr>
              <a:t>ai</a:t>
            </a:r>
            <a:r>
              <a:rPr lang="zh-CN" altLang="en-US" sz="1600" dirty="0">
                <a:latin typeface="楷体" panose="02010609060101010101" charset="-122"/>
                <a:ea typeface="楷体" panose="02010609060101010101" charset="-122"/>
                <a:cs typeface="楷体" panose="02010609060101010101" charset="-122"/>
              </a:rPr>
              <a:t>调用</a:t>
            </a:r>
            <a:r>
              <a:rPr lang="en-US" altLang="zh-CN" sz="1600" dirty="0">
                <a:latin typeface="楷体" panose="02010609060101010101" charset="-122"/>
                <a:ea typeface="楷体" panose="02010609060101010101" charset="-122"/>
                <a:cs typeface="楷体" panose="02010609060101010101" charset="-122"/>
              </a:rPr>
              <a:t>20</a:t>
            </a:r>
            <a:r>
              <a:rPr lang="zh-CN" altLang="en-US" sz="1600" dirty="0">
                <a:latin typeface="楷体" panose="02010609060101010101" charset="-122"/>
                <a:ea typeface="楷体" panose="02010609060101010101" charset="-122"/>
                <a:cs typeface="楷体" panose="02010609060101010101" charset="-122"/>
              </a:rPr>
              <a:t>个，</a:t>
            </a:r>
            <a:r>
              <a:rPr lang="en-US" altLang="zh-CN" sz="1600" dirty="0">
                <a:latin typeface="楷体" panose="02010609060101010101" charset="-122"/>
                <a:ea typeface="楷体" panose="02010609060101010101" charset="-122"/>
                <a:cs typeface="楷体" panose="02010609060101010101" charset="-122"/>
              </a:rPr>
              <a:t>api</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75</a:t>
            </a:r>
            <a:r>
              <a:rPr lang="zh-CN" altLang="en-US" sz="1600" dirty="0">
                <a:latin typeface="楷体" panose="02010609060101010101" charset="-122"/>
                <a:ea typeface="楷体" panose="02010609060101010101" charset="-122"/>
                <a:cs typeface="楷体" panose="02010609060101010101" charset="-122"/>
              </a:rPr>
              <a:t>个）</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3.性能</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a:t>
            </a:r>
            <a:r>
              <a:rPr lang="zh-CN" altLang="en-US" sz="1600" dirty="0">
                <a:latin typeface="楷体" panose="02010609060101010101" charset="-122"/>
                <a:ea typeface="楷体" panose="02010609060101010101" charset="-122"/>
                <a:cs typeface="楷体" panose="02010609060101010101" charset="-122"/>
              </a:rPr>
              <a:t>针对相应性能指标进行相关测试</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4.文档与介质一致性测试</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5.自由操作测试</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详细见</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设计说明书</a:t>
            </a:r>
            <a:r>
              <a:rPr lang="zh-CN" altLang="en-US" sz="1600" dirty="0">
                <a:latin typeface="楷体" panose="02010609060101010101" charset="-122"/>
                <a:ea typeface="楷体" panose="02010609060101010101" charset="-122"/>
                <a:cs typeface="楷体" panose="02010609060101010101" charset="-122"/>
              </a:rPr>
              <a:t>及相关测试结果</a:t>
            </a:r>
            <a:endParaRPr lang="zh-CN" altLang="en-US" sz="1600" dirty="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5346700" cy="530225"/>
          </a:xfrm>
        </p:spPr>
        <p:txBody>
          <a:bodyPr/>
          <a:lstStyle/>
          <a:p>
            <a:r>
              <a:rPr lang="zh-CN" altLang="en-US" dirty="0"/>
              <a:t>项目详情</a:t>
            </a:r>
            <a:r>
              <a:rPr lang="en-US" altLang="zh-CN" dirty="0"/>
              <a:t>--</a:t>
            </a:r>
            <a:r>
              <a:rPr lang="zh-CN" altLang="en-US" dirty="0"/>
              <a:t>团队分工及合作</a:t>
            </a:r>
            <a:endParaRPr lang="zh-CN" altLang="en-US" dirty="0"/>
          </a:p>
        </p:txBody>
      </p:sp>
      <p:sp>
        <p:nvSpPr>
          <p:cNvPr id="55" name="文本框 54"/>
          <p:cNvSpPr txBox="1"/>
          <p:nvPr/>
        </p:nvSpPr>
        <p:spPr>
          <a:xfrm>
            <a:off x="1266012" y="135039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项目分工</a:t>
            </a:r>
            <a:endParaRPr lang="en-US" altLang="zh-CN" b="1" dirty="0">
              <a:latin typeface="楷体" panose="02010609060101010101" charset="-122"/>
              <a:ea typeface="楷体" panose="02010609060101010101" charset="-122"/>
              <a:cs typeface="楷体" panose="02010609060101010101" charset="-122"/>
            </a:endParaRPr>
          </a:p>
        </p:txBody>
      </p:sp>
      <p:pic>
        <p:nvPicPr>
          <p:cNvPr id="4" name="图片 3"/>
          <p:cNvPicPr>
            <a:picLocks noChangeAspect="1"/>
          </p:cNvPicPr>
          <p:nvPr/>
        </p:nvPicPr>
        <p:blipFill>
          <a:blip r:embed="rId1"/>
          <a:stretch>
            <a:fillRect/>
          </a:stretch>
        </p:blipFill>
        <p:spPr>
          <a:xfrm>
            <a:off x="262890" y="1835785"/>
            <a:ext cx="4973320" cy="2416810"/>
          </a:xfrm>
          <a:prstGeom prst="rect">
            <a:avLst/>
          </a:prstGeom>
        </p:spPr>
      </p:pic>
      <p:sp>
        <p:nvSpPr>
          <p:cNvPr id="5" name="文本框 4"/>
          <p:cNvSpPr txBox="1"/>
          <p:nvPr/>
        </p:nvSpPr>
        <p:spPr>
          <a:xfrm>
            <a:off x="7751902" y="146723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项目合作</a:t>
            </a:r>
            <a:endParaRPr lang="en-US" altLang="zh-CN" b="1" dirty="0">
              <a:latin typeface="楷体" panose="02010609060101010101" charset="-122"/>
              <a:ea typeface="楷体" panose="02010609060101010101" charset="-122"/>
              <a:cs typeface="楷体" panose="02010609060101010101" charset="-122"/>
            </a:endParaRPr>
          </a:p>
        </p:txBody>
      </p:sp>
      <p:pic>
        <p:nvPicPr>
          <p:cNvPr id="6" name="图片 5"/>
          <p:cNvPicPr>
            <a:picLocks noChangeAspect="1"/>
          </p:cNvPicPr>
          <p:nvPr/>
        </p:nvPicPr>
        <p:blipFill>
          <a:blip r:embed="rId2"/>
          <a:stretch>
            <a:fillRect/>
          </a:stretch>
        </p:blipFill>
        <p:spPr>
          <a:xfrm>
            <a:off x="4502785" y="4192905"/>
            <a:ext cx="1935480" cy="2665095"/>
          </a:xfrm>
          <a:prstGeom prst="rect">
            <a:avLst/>
          </a:prstGeom>
        </p:spPr>
      </p:pic>
      <p:pic>
        <p:nvPicPr>
          <p:cNvPr id="7" name="图片 6"/>
          <p:cNvPicPr>
            <a:picLocks noChangeAspect="1"/>
          </p:cNvPicPr>
          <p:nvPr/>
        </p:nvPicPr>
        <p:blipFill>
          <a:blip r:embed="rId3"/>
          <a:stretch>
            <a:fillRect/>
          </a:stretch>
        </p:blipFill>
        <p:spPr>
          <a:xfrm>
            <a:off x="8388350" y="3234690"/>
            <a:ext cx="3391535" cy="1533525"/>
          </a:xfrm>
          <a:prstGeom prst="rect">
            <a:avLst/>
          </a:prstGeom>
        </p:spPr>
      </p:pic>
      <p:pic>
        <p:nvPicPr>
          <p:cNvPr id="8" name="图片 7"/>
          <p:cNvPicPr>
            <a:picLocks noChangeAspect="1"/>
          </p:cNvPicPr>
          <p:nvPr/>
        </p:nvPicPr>
        <p:blipFill>
          <a:blip r:embed="rId4"/>
          <a:stretch>
            <a:fillRect/>
          </a:stretch>
        </p:blipFill>
        <p:spPr>
          <a:xfrm>
            <a:off x="6438265" y="3525520"/>
            <a:ext cx="1917065" cy="2623185"/>
          </a:xfrm>
          <a:prstGeom prst="rect">
            <a:avLst/>
          </a:prstGeom>
        </p:spPr>
      </p:pic>
      <p:sp>
        <p:nvSpPr>
          <p:cNvPr id="9" name="文本框 8"/>
          <p:cNvSpPr txBox="1"/>
          <p:nvPr/>
        </p:nvSpPr>
        <p:spPr>
          <a:xfrm>
            <a:off x="7014845" y="1997075"/>
            <a:ext cx="4064000" cy="1076325"/>
          </a:xfrm>
          <a:prstGeom prst="rect">
            <a:avLst/>
          </a:prstGeom>
          <a:noFill/>
        </p:spPr>
        <p:txBody>
          <a:bodyPr wrap="square" rtlCol="0">
            <a:spAutoFit/>
          </a:bodyPr>
          <a:p>
            <a:r>
              <a:rPr lang="zh-CN" altLang="en-US" sz="1600" dirty="0">
                <a:latin typeface="楷体" panose="02010609060101010101" charset="-122"/>
                <a:ea typeface="楷体" panose="02010609060101010101" charset="-122"/>
                <a:cs typeface="楷体" panose="02010609060101010101" charset="-122"/>
              </a:rPr>
              <a:t>通过下面方式进行项目管理和合作</a:t>
            </a:r>
            <a:endParaRPr lang="zh-CN" altLang="en-US" sz="1600" dirty="0">
              <a:latin typeface="楷体" panose="02010609060101010101" charset="-122"/>
              <a:ea typeface="楷体" panose="02010609060101010101" charset="-122"/>
              <a:cs typeface="楷体" panose="02010609060101010101" charset="-122"/>
            </a:endParaRPr>
          </a:p>
          <a:p>
            <a:r>
              <a:rPr lang="zh-CN" altLang="en-US" sz="1600" dirty="0">
                <a:latin typeface="楷体" panose="02010609060101010101" charset="-122"/>
                <a:ea typeface="楷体" panose="02010609060101010101" charset="-122"/>
                <a:cs typeface="楷体" panose="02010609060101010101" charset="-122"/>
              </a:rPr>
              <a:t>1. 小组会议：进行任务明确和分工</a:t>
            </a:r>
            <a:endParaRPr lang="zh-CN" altLang="en-US" sz="1600" dirty="0">
              <a:latin typeface="楷体" panose="02010609060101010101" charset="-122"/>
              <a:ea typeface="楷体" panose="02010609060101010101" charset="-122"/>
              <a:cs typeface="楷体" panose="02010609060101010101" charset="-122"/>
            </a:endParaRPr>
          </a:p>
          <a:p>
            <a:r>
              <a:rPr lang="zh-CN" altLang="en-US" sz="1600" dirty="0">
                <a:latin typeface="楷体" panose="02010609060101010101" charset="-122"/>
                <a:ea typeface="楷体" panose="02010609060101010101" charset="-122"/>
                <a:cs typeface="楷体" panose="02010609060101010101" charset="-122"/>
              </a:rPr>
              <a:t>2. 飞书：分工明确和相关共享文档管理</a:t>
            </a:r>
            <a:endParaRPr lang="zh-CN" altLang="en-US" sz="1600" dirty="0">
              <a:latin typeface="楷体" panose="02010609060101010101" charset="-122"/>
              <a:ea typeface="楷体" panose="02010609060101010101" charset="-122"/>
              <a:cs typeface="楷体" panose="02010609060101010101" charset="-122"/>
            </a:endParaRPr>
          </a:p>
          <a:p>
            <a:r>
              <a:rPr lang="zh-CN" altLang="en-US" sz="1600" dirty="0">
                <a:latin typeface="楷体" panose="02010609060101010101" charset="-122"/>
                <a:ea typeface="楷体" panose="02010609060101010101" charset="-122"/>
                <a:cs typeface="楷体" panose="02010609060101010101" charset="-122"/>
              </a:rPr>
              <a:t>3. github：开发进度跟进与合作</a:t>
            </a:r>
            <a:endParaRPr lang="zh-CN" altLang="en-US" sz="1600" dirty="0">
              <a:latin typeface="楷体" panose="02010609060101010101" charset="-122"/>
              <a:ea typeface="楷体" panose="02010609060101010101" charset="-122"/>
              <a:cs typeface="楷体" panose="02010609060101010101" charset="-122"/>
            </a:endParaRPr>
          </a:p>
        </p:txBody>
      </p:sp>
      <p:pic>
        <p:nvPicPr>
          <p:cNvPr id="10" name="图片 9"/>
          <p:cNvPicPr>
            <a:picLocks noChangeAspect="1"/>
          </p:cNvPicPr>
          <p:nvPr/>
        </p:nvPicPr>
        <p:blipFill>
          <a:blip r:embed="rId5"/>
          <a:stretch>
            <a:fillRect/>
          </a:stretch>
        </p:blipFill>
        <p:spPr>
          <a:xfrm>
            <a:off x="8388350" y="4717415"/>
            <a:ext cx="3060065" cy="196405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5151356" y="2087466"/>
            <a:ext cx="2090140"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03</a:t>
            </a:r>
            <a:endParaRPr lang="zh-CN" altLang="en-US" sz="11500" dirty="0">
              <a:solidFill>
                <a:schemeClr val="accent5">
                  <a:alpha val="34000"/>
                </a:schemeClr>
              </a:solidFill>
              <a:latin typeface="Impact" panose="020B0806030902050204" pitchFamily="34" charset="0"/>
            </a:endParaRPr>
          </a:p>
        </p:txBody>
      </p:sp>
      <p:sp>
        <p:nvSpPr>
          <p:cNvPr id="12" name="文本框 11"/>
          <p:cNvSpPr txBox="1"/>
          <p:nvPr/>
        </p:nvSpPr>
        <p:spPr>
          <a:xfrm>
            <a:off x="5400675" y="2650668"/>
            <a:ext cx="1390650" cy="706755"/>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FOUR</a:t>
            </a:r>
            <a:endParaRPr lang="en-US" altLang="zh-CN" sz="2000" b="1" dirty="0"/>
          </a:p>
        </p:txBody>
      </p:sp>
      <p:sp>
        <p:nvSpPr>
          <p:cNvPr id="13" name="文本框 12"/>
          <p:cNvSpPr txBox="1"/>
          <p:nvPr/>
        </p:nvSpPr>
        <p:spPr>
          <a:xfrm>
            <a:off x="429989" y="340681"/>
            <a:ext cx="600075" cy="829945"/>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4</a:t>
            </a:r>
            <a:endParaRPr lang="en-US" altLang="zh-CN" sz="4800" dirty="0">
              <a:solidFill>
                <a:schemeClr val="accent1"/>
              </a:solidFill>
              <a:latin typeface="Impact" panose="020B0806030902050204" pitchFamily="34" charset="0"/>
            </a:endParaRPr>
          </a:p>
        </p:txBody>
      </p:sp>
      <p:sp>
        <p:nvSpPr>
          <p:cNvPr id="14" name="文本框 13"/>
          <p:cNvSpPr txBox="1"/>
          <p:nvPr/>
        </p:nvSpPr>
        <p:spPr>
          <a:xfrm>
            <a:off x="4936839" y="3909523"/>
            <a:ext cx="2318322" cy="583565"/>
          </a:xfrm>
          <a:prstGeom prst="rect">
            <a:avLst/>
          </a:prstGeom>
          <a:noFill/>
        </p:spPr>
        <p:txBody>
          <a:bodyPr wrap="square" rtlCol="0">
            <a:spAutoFit/>
          </a:bodyPr>
          <a:lstStyle/>
          <a:p>
            <a:pPr algn="ctr"/>
            <a:r>
              <a:rPr lang="zh-CN" altLang="en-US" sz="3200" b="1" kern="0" dirty="0">
                <a:latin typeface="+mj-ea"/>
                <a:ea typeface="+mj-ea"/>
                <a:sym typeface="+mn-ea"/>
              </a:rPr>
              <a:t>项目展示</a:t>
            </a:r>
            <a:endParaRPr lang="zh-CN" altLang="en-US" sz="3200" b="1" dirty="0">
              <a:latin typeface="+mj-ea"/>
              <a:ea typeface="+mj-ea"/>
            </a:endParaRPr>
          </a:p>
        </p:txBody>
      </p:sp>
      <p:pic>
        <p:nvPicPr>
          <p:cNvPr id="18" name="图形 17"/>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176860" y="2041255"/>
            <a:ext cx="1713618" cy="1713618"/>
          </a:xfrm>
          <a:prstGeom prst="rect">
            <a:avLst/>
          </a:prstGeom>
        </p:spPr>
      </p:pic>
      <p:pic>
        <p:nvPicPr>
          <p:cNvPr id="19" name="图形 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flipH="1">
            <a:off x="3287008" y="2041255"/>
            <a:ext cx="1713618" cy="171361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5151356" y="2087466"/>
            <a:ext cx="2090140"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03</a:t>
            </a:r>
            <a:endParaRPr lang="zh-CN" altLang="en-US" sz="11500" dirty="0">
              <a:solidFill>
                <a:schemeClr val="accent5">
                  <a:alpha val="34000"/>
                </a:schemeClr>
              </a:solidFill>
              <a:latin typeface="Impact" panose="020B0806030902050204" pitchFamily="34" charset="0"/>
            </a:endParaRPr>
          </a:p>
        </p:txBody>
      </p:sp>
      <p:sp>
        <p:nvSpPr>
          <p:cNvPr id="12" name="文本框 11"/>
          <p:cNvSpPr txBox="1"/>
          <p:nvPr/>
        </p:nvSpPr>
        <p:spPr>
          <a:xfrm>
            <a:off x="5400675" y="2650668"/>
            <a:ext cx="1390650" cy="706755"/>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Five</a:t>
            </a:r>
            <a:endParaRPr lang="en-US" altLang="zh-CN" sz="2000" b="1" dirty="0"/>
          </a:p>
        </p:txBody>
      </p:sp>
      <p:sp>
        <p:nvSpPr>
          <p:cNvPr id="13" name="文本框 12"/>
          <p:cNvSpPr txBox="1"/>
          <p:nvPr/>
        </p:nvSpPr>
        <p:spPr>
          <a:xfrm>
            <a:off x="429989" y="340681"/>
            <a:ext cx="600075" cy="829945"/>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5</a:t>
            </a:r>
            <a:endParaRPr lang="en-US" altLang="zh-CN" sz="4800" dirty="0">
              <a:solidFill>
                <a:schemeClr val="accent1"/>
              </a:solidFill>
              <a:latin typeface="Impact" panose="020B0806030902050204" pitchFamily="34" charset="0"/>
            </a:endParaRPr>
          </a:p>
        </p:txBody>
      </p:sp>
      <p:sp>
        <p:nvSpPr>
          <p:cNvPr id="14" name="文本框 13"/>
          <p:cNvSpPr txBox="1"/>
          <p:nvPr/>
        </p:nvSpPr>
        <p:spPr>
          <a:xfrm>
            <a:off x="4936839" y="3909523"/>
            <a:ext cx="2318322" cy="583565"/>
          </a:xfrm>
          <a:prstGeom prst="rect">
            <a:avLst/>
          </a:prstGeom>
          <a:noFill/>
        </p:spPr>
        <p:txBody>
          <a:bodyPr wrap="square" rtlCol="0">
            <a:spAutoFit/>
          </a:bodyPr>
          <a:lstStyle/>
          <a:p>
            <a:pPr algn="ctr"/>
            <a:r>
              <a:rPr lang="zh-CN" altLang="en-US" sz="3200" b="1" dirty="0">
                <a:latin typeface="+mj-ea"/>
                <a:ea typeface="+mj-ea"/>
              </a:rPr>
              <a:t>总结和展望</a:t>
            </a:r>
            <a:endParaRPr lang="zh-CN" altLang="en-US" sz="3200" b="1" dirty="0">
              <a:latin typeface="+mj-ea"/>
              <a:ea typeface="+mj-ea"/>
            </a:endParaRPr>
          </a:p>
        </p:txBody>
      </p:sp>
      <p:pic>
        <p:nvPicPr>
          <p:cNvPr id="18" name="图形 17"/>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176860" y="2041255"/>
            <a:ext cx="1713618" cy="1713618"/>
          </a:xfrm>
          <a:prstGeom prst="rect">
            <a:avLst/>
          </a:prstGeom>
        </p:spPr>
      </p:pic>
      <p:pic>
        <p:nvPicPr>
          <p:cNvPr id="19" name="图形 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flipH="1">
            <a:off x="3287008" y="2041255"/>
            <a:ext cx="1713618" cy="171361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dirty="0"/>
              <a:t>总结和展望</a:t>
            </a:r>
            <a:endParaRPr lang="zh-CN" dirty="0"/>
          </a:p>
        </p:txBody>
      </p:sp>
      <p:sp>
        <p:nvSpPr>
          <p:cNvPr id="55" name="文本框 54"/>
          <p:cNvSpPr txBox="1"/>
          <p:nvPr/>
        </p:nvSpPr>
        <p:spPr>
          <a:xfrm>
            <a:off x="1266012" y="135039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我们做了什么</a:t>
            </a:r>
            <a:endParaRPr lang="zh-CN" altLang="en-US" b="1" dirty="0">
              <a:latin typeface="楷体" panose="02010609060101010101" charset="-122"/>
              <a:ea typeface="楷体" panose="02010609060101010101" charset="-122"/>
              <a:cs typeface="楷体" panose="02010609060101010101" charset="-122"/>
            </a:endParaRPr>
          </a:p>
        </p:txBody>
      </p:sp>
      <p:sp>
        <p:nvSpPr>
          <p:cNvPr id="56" name="文本框 55"/>
          <p:cNvSpPr txBox="1"/>
          <p:nvPr/>
        </p:nvSpPr>
        <p:spPr>
          <a:xfrm>
            <a:off x="508635" y="1955165"/>
            <a:ext cx="4218940" cy="2971165"/>
          </a:xfrm>
          <a:prstGeom prst="rect">
            <a:avLst/>
          </a:prstGeom>
          <a:noFill/>
        </p:spPr>
        <p:txBody>
          <a:bodyPr wrap="square" rtlCol="0">
            <a:spAutoFit/>
          </a:bodyPr>
          <a:p>
            <a:pPr algn="just">
              <a:lnSpc>
                <a:spcPct val="130000"/>
              </a:lnSpc>
            </a:pPr>
            <a:r>
              <a:rPr sz="1600" dirty="0">
                <a:latin typeface="楷体" panose="02010609060101010101" charset="-122"/>
                <a:ea typeface="楷体" panose="02010609060101010101" charset="-122"/>
                <a:cs typeface="楷体" panose="02010609060101010101" charset="-122"/>
              </a:rPr>
              <a:t>历时 12 周，团队完成了 ddl-master 智能日程管理系统从零到一的完整闭环研发，实现了从工程构思到高可用系统上线的全面落地。</a:t>
            </a:r>
            <a:endParaRPr sz="1600" dirty="0">
              <a:latin typeface="楷体" panose="02010609060101010101" charset="-122"/>
              <a:ea typeface="楷体" panose="02010609060101010101" charset="-122"/>
              <a:cs typeface="楷体" panose="02010609060101010101" charset="-122"/>
            </a:endParaRPr>
          </a:p>
          <a:p>
            <a:pPr algn="just">
              <a:lnSpc>
                <a:spcPct val="130000"/>
              </a:lnSpc>
            </a:pPr>
            <a:r>
              <a:rPr sz="1600" dirty="0">
                <a:latin typeface="楷体" panose="02010609060101010101" charset="-122"/>
                <a:ea typeface="楷体" panose="02010609060101010101" charset="-122"/>
                <a:cs typeface="楷体" panose="02010609060101010101" charset="-122"/>
              </a:rPr>
              <a:t>遵循现代软件工程生命周期</a:t>
            </a:r>
            <a:r>
              <a:rPr lang="zh-CN" sz="1600" dirty="0">
                <a:latin typeface="楷体" panose="02010609060101010101" charset="-122"/>
                <a:ea typeface="楷体" panose="02010609060101010101" charset="-122"/>
                <a:cs typeface="楷体" panose="02010609060101010101" charset="-122"/>
              </a:rPr>
              <a:t>，输出</a:t>
            </a:r>
            <a:r>
              <a:rPr sz="1600" dirty="0">
                <a:latin typeface="楷体" panose="02010609060101010101" charset="-122"/>
                <a:ea typeface="楷体" panose="02010609060101010101" charset="-122"/>
                <a:cs typeface="楷体" panose="02010609060101010101" charset="-122"/>
              </a:rPr>
              <a:t>标准的需求规格说明书（SRS）、系统设计说明书（SDD）及</a:t>
            </a:r>
            <a:r>
              <a:rPr lang="zh-CN" sz="1600" dirty="0">
                <a:latin typeface="楷体" panose="02010609060101010101" charset="-122"/>
                <a:ea typeface="楷体" panose="02010609060101010101" charset="-122"/>
                <a:cs typeface="楷体" panose="02010609060101010101" charset="-122"/>
              </a:rPr>
              <a:t>测试设计说明书</a:t>
            </a:r>
            <a:r>
              <a:rPr sz="1600" dirty="0">
                <a:latin typeface="楷体" panose="02010609060101010101" charset="-122"/>
                <a:ea typeface="楷体" panose="02010609060101010101" charset="-122"/>
                <a:cs typeface="楷体" panose="02010609060101010101" charset="-122"/>
              </a:rPr>
              <a:t>。</a:t>
            </a:r>
            <a:endParaRPr sz="1600" dirty="0">
              <a:latin typeface="楷体" panose="02010609060101010101" charset="-122"/>
              <a:ea typeface="楷体" panose="02010609060101010101" charset="-122"/>
              <a:cs typeface="楷体" panose="02010609060101010101" charset="-122"/>
            </a:endParaRPr>
          </a:p>
          <a:p>
            <a:pPr algn="just">
              <a:lnSpc>
                <a:spcPct val="130000"/>
              </a:lnSpc>
            </a:pPr>
            <a:r>
              <a:rPr sz="1600" dirty="0">
                <a:latin typeface="楷体" panose="02010609060101010101" charset="-122"/>
                <a:ea typeface="楷体" panose="02010609060101010101" charset="-122"/>
                <a:cs typeface="楷体" panose="02010609060101010101" charset="-122"/>
              </a:rPr>
              <a:t>成功打造出“</a:t>
            </a:r>
            <a:r>
              <a:rPr lang="zh-CN" sz="1600" dirty="0">
                <a:latin typeface="楷体" panose="02010609060101010101" charset="-122"/>
                <a:ea typeface="楷体" panose="02010609060101010101" charset="-122"/>
                <a:cs typeface="楷体" panose="02010609060101010101" charset="-122"/>
              </a:rPr>
              <a:t>面向</a:t>
            </a:r>
            <a:r>
              <a:rPr lang="en-US" altLang="zh-CN" sz="1600" dirty="0">
                <a:latin typeface="楷体" panose="02010609060101010101" charset="-122"/>
                <a:ea typeface="楷体" panose="02010609060101010101" charset="-122"/>
                <a:cs typeface="楷体" panose="02010609060101010101" charset="-122"/>
              </a:rPr>
              <a:t>ddl</a:t>
            </a:r>
            <a:r>
              <a:rPr sz="1600" dirty="0">
                <a:latin typeface="楷体" panose="02010609060101010101" charset="-122"/>
                <a:ea typeface="楷体" panose="02010609060101010101" charset="-122"/>
                <a:cs typeface="楷体" panose="02010609060101010101" charset="-122"/>
              </a:rPr>
              <a:t>”的智能时间管理工具，用 AI 赋能生产力提效。</a:t>
            </a:r>
            <a:endParaRPr sz="1600" dirty="0">
              <a:latin typeface="楷体" panose="02010609060101010101" charset="-122"/>
              <a:ea typeface="楷体" panose="02010609060101010101" charset="-122"/>
              <a:cs typeface="楷体" panose="02010609060101010101" charset="-122"/>
            </a:endParaRPr>
          </a:p>
        </p:txBody>
      </p:sp>
      <p:sp>
        <p:nvSpPr>
          <p:cNvPr id="4" name="文本框 3"/>
          <p:cNvSpPr txBox="1"/>
          <p:nvPr/>
        </p:nvSpPr>
        <p:spPr>
          <a:xfrm>
            <a:off x="7355027" y="135039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展望</a:t>
            </a:r>
            <a:endParaRPr lang="zh-CN" altLang="en-US" b="1" dirty="0">
              <a:latin typeface="楷体" panose="02010609060101010101" charset="-122"/>
              <a:ea typeface="楷体" panose="02010609060101010101" charset="-122"/>
              <a:cs typeface="楷体" panose="02010609060101010101" charset="-122"/>
            </a:endParaRPr>
          </a:p>
        </p:txBody>
      </p:sp>
      <p:sp>
        <p:nvSpPr>
          <p:cNvPr id="5" name="文本框 4"/>
          <p:cNvSpPr txBox="1"/>
          <p:nvPr/>
        </p:nvSpPr>
        <p:spPr>
          <a:xfrm>
            <a:off x="6615430" y="1955165"/>
            <a:ext cx="4380230" cy="1691005"/>
          </a:xfrm>
          <a:prstGeom prst="rect">
            <a:avLst/>
          </a:prstGeom>
          <a:noFill/>
        </p:spPr>
        <p:txBody>
          <a:bodyPr wrap="square" rtlCol="0">
            <a:spAutoFit/>
          </a:bodyPr>
          <a:p>
            <a:pPr algn="just">
              <a:lnSpc>
                <a:spcPct val="130000"/>
              </a:lnSpc>
            </a:pPr>
            <a:r>
              <a:rPr lang="zh-CN" sz="1600" dirty="0">
                <a:latin typeface="楷体" panose="02010609060101010101" charset="-122"/>
                <a:ea typeface="楷体" panose="02010609060101010101" charset="-122"/>
                <a:cs typeface="楷体" panose="02010609060101010101" charset="-122"/>
              </a:rPr>
              <a:t>目前项目还可以进行下面推进</a:t>
            </a:r>
            <a:endParaRPr 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1. </a:t>
            </a:r>
            <a:r>
              <a:rPr lang="zh-CN" altLang="en-US" sz="1600" dirty="0">
                <a:latin typeface="楷体" panose="02010609060101010101" charset="-122"/>
                <a:ea typeface="楷体" panose="02010609060101010101" charset="-122"/>
                <a:cs typeface="楷体" panose="02010609060101010101" charset="-122"/>
              </a:rPr>
              <a:t>小程序上线推进</a:t>
            </a:r>
            <a:endParaRPr lang="zh-CN" altLang="en-US"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2. </a:t>
            </a:r>
            <a:r>
              <a:rPr lang="zh-CN" altLang="en-US" sz="1600" dirty="0">
                <a:latin typeface="楷体" panose="02010609060101010101" charset="-122"/>
                <a:ea typeface="楷体" panose="02010609060101010101" charset="-122"/>
                <a:cs typeface="楷体" panose="02010609060101010101" charset="-122"/>
              </a:rPr>
              <a:t>根据测试结果再进行迭代优化</a:t>
            </a:r>
            <a:endParaRPr lang="zh-CN" altLang="en-US"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3. </a:t>
            </a:r>
            <a:r>
              <a:rPr lang="zh-CN" altLang="en-US" sz="1600" dirty="0">
                <a:latin typeface="楷体" panose="02010609060101010101" charset="-122"/>
                <a:ea typeface="楷体" panose="02010609060101010101" charset="-122"/>
                <a:cs typeface="楷体" panose="02010609060101010101" charset="-122"/>
              </a:rPr>
              <a:t>生态全端同步：如桌面小组件</a:t>
            </a:r>
            <a:r>
              <a:rPr lang="en-US" altLang="zh-CN" sz="1600" dirty="0">
                <a:latin typeface="楷体" panose="02010609060101010101" charset="-122"/>
                <a:ea typeface="楷体" panose="02010609060101010101" charset="-122"/>
                <a:cs typeface="楷体" panose="02010609060101010101" charset="-122"/>
              </a:rPr>
              <a:t>/</a:t>
            </a:r>
            <a:r>
              <a:rPr lang="zh-CN" altLang="en-US" sz="1600" dirty="0">
                <a:latin typeface="楷体" panose="02010609060101010101" charset="-122"/>
                <a:ea typeface="楷体" panose="02010609060101010101" charset="-122"/>
                <a:cs typeface="楷体" panose="02010609060101010101" charset="-122"/>
              </a:rPr>
              <a:t>各平台</a:t>
            </a:r>
            <a:r>
              <a:rPr lang="en-US" altLang="zh-CN" sz="1600" dirty="0">
                <a:latin typeface="楷体" panose="02010609060101010101" charset="-122"/>
                <a:ea typeface="楷体" panose="02010609060101010101" charset="-122"/>
                <a:cs typeface="楷体" panose="02010609060101010101" charset="-122"/>
              </a:rPr>
              <a:t>app</a:t>
            </a:r>
            <a:r>
              <a:rPr lang="zh-CN" altLang="en-US" sz="1600" dirty="0">
                <a:latin typeface="楷体" panose="02010609060101010101" charset="-122"/>
                <a:ea typeface="楷体" panose="02010609060101010101" charset="-122"/>
                <a:cs typeface="楷体" panose="02010609060101010101" charset="-122"/>
              </a:rPr>
              <a:t>等</a:t>
            </a:r>
            <a:endParaRPr lang="zh-CN" altLang="en-US" sz="1600" dirty="0">
              <a:latin typeface="楷体" panose="02010609060101010101" charset="-122"/>
              <a:ea typeface="楷体" panose="02010609060101010101" charset="-122"/>
              <a:cs typeface="楷体" panose="02010609060101010101" charset="-122"/>
            </a:endParaRPr>
          </a:p>
          <a:p>
            <a:pPr algn="just">
              <a:lnSpc>
                <a:spcPct val="130000"/>
              </a:lnSpc>
            </a:pPr>
            <a:endParaRPr lang="en-US" altLang="zh-CN" sz="1600" dirty="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占位符 9"/>
          <p:cNvPicPr>
            <a:picLocks noGrp="1" noChangeAspect="1"/>
          </p:cNvPicPr>
          <p:nvPr>
            <p:ph type="pic" sz="quarter" idx="12"/>
          </p:nvPr>
        </p:nvPicPr>
        <p:blipFill>
          <a:blip r:embed="rId1">
            <a:extLst>
              <a:ext uri="{28A0092B-C50C-407E-A947-70E740481C1C}">
                <a14:useLocalDpi xmlns:a14="http://schemas.microsoft.com/office/drawing/2010/main" val="0"/>
              </a:ext>
            </a:extLst>
          </a:blip>
          <a:srcRect t="68" b="68"/>
          <a:stretch>
            <a:fillRect/>
          </a:stretch>
        </p:blipFill>
        <p:spPr>
          <a:xfrm>
            <a:off x="5764211" y="2618742"/>
            <a:ext cx="6427787" cy="4237037"/>
          </a:xfrm>
        </p:spPr>
      </p:pic>
      <p:pic>
        <p:nvPicPr>
          <p:cNvPr id="8" name="图片占位符 7"/>
          <p:cNvPicPr>
            <a:picLocks noGrp="1" noChangeAspect="1"/>
          </p:cNvPicPr>
          <p:nvPr>
            <p:ph type="pic" sz="quarter" idx="11"/>
          </p:nvPr>
        </p:nvPicPr>
        <p:blipFill>
          <a:blip r:embed="rId2"/>
          <a:srcRect t="32" b="32"/>
          <a:stretch>
            <a:fillRect/>
          </a:stretch>
        </p:blipFill>
        <p:spPr>
          <a:xfrm>
            <a:off x="0" y="2523843"/>
            <a:ext cx="5764212" cy="4331936"/>
          </a:xfrm>
        </p:spPr>
      </p:pic>
      <p:sp>
        <p:nvSpPr>
          <p:cNvPr id="11" name="矩形 10"/>
          <p:cNvSpPr/>
          <p:nvPr/>
        </p:nvSpPr>
        <p:spPr>
          <a:xfrm>
            <a:off x="0" y="0"/>
            <a:ext cx="12192000" cy="6858000"/>
          </a:xfrm>
          <a:prstGeom prst="rect">
            <a:avLst/>
          </a:prstGeom>
          <a:gradFill>
            <a:gsLst>
              <a:gs pos="0">
                <a:schemeClr val="bg1">
                  <a:alpha val="75000"/>
                </a:schemeClr>
              </a:gs>
              <a:gs pos="31000">
                <a:schemeClr val="bg1">
                  <a:alpha val="85000"/>
                </a:schemeClr>
              </a:gs>
              <a:gs pos="65601">
                <a:srgbClr val="FFFFFF"/>
              </a:gs>
              <a:gs pos="45000">
                <a:schemeClr val="bg1"/>
              </a:gs>
              <a:gs pos="100000">
                <a:schemeClr val="bg1">
                  <a:alpha val="84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Arial" panose="020B0604020202020204"/>
              <a:ea typeface="微软雅黑" panose="020B0703020204020201" pitchFamily="34" charset="-122"/>
              <a:cs typeface="+mn-cs"/>
            </a:endParaRPr>
          </a:p>
        </p:txBody>
      </p:sp>
      <p:pic>
        <p:nvPicPr>
          <p:cNvPr id="6" name="图片占位符 5"/>
          <p:cNvPicPr>
            <a:picLocks noGrp="1" noChangeAspect="1"/>
          </p:cNvPicPr>
          <p:nvPr>
            <p:ph type="pic" sz="quarter" idx="10"/>
          </p:nvPr>
        </p:nvPicPr>
        <p:blipFill>
          <a:blip r:embed="rId3" cstate="email"/>
          <a:srcRect t="9250" b="9250"/>
          <a:stretch>
            <a:fillRect/>
          </a:stretch>
        </p:blipFill>
        <p:spPr/>
      </p:pic>
      <p:sp>
        <p:nvSpPr>
          <p:cNvPr id="12" name="任意多边形: 形状 11"/>
          <p:cNvSpPr/>
          <p:nvPr/>
        </p:nvSpPr>
        <p:spPr>
          <a:xfrm rot="10800000">
            <a:off x="0" y="0"/>
            <a:ext cx="12192001" cy="4062881"/>
          </a:xfrm>
          <a:custGeom>
            <a:avLst/>
            <a:gdLst>
              <a:gd name="connsiteX0" fmla="*/ 12192000 w 12192001"/>
              <a:gd name="connsiteY0" fmla="*/ 4062881 h 4062881"/>
              <a:gd name="connsiteX1" fmla="*/ 0 w 12192001"/>
              <a:gd name="connsiteY1" fmla="*/ 4062881 h 4062881"/>
              <a:gd name="connsiteX2" fmla="*/ 0 w 12192001"/>
              <a:gd name="connsiteY2" fmla="*/ 1441627 h 4062881"/>
              <a:gd name="connsiteX3" fmla="*/ 7949 w 12192001"/>
              <a:gd name="connsiteY3" fmla="*/ 1441627 h 4062881"/>
              <a:gd name="connsiteX4" fmla="*/ 6105511 w 12192001"/>
              <a:gd name="connsiteY4" fmla="*/ 0 h 4062881"/>
              <a:gd name="connsiteX5" fmla="*/ 12184078 w 12192001"/>
              <a:gd name="connsiteY5" fmla="*/ 1441627 h 4062881"/>
              <a:gd name="connsiteX6" fmla="*/ 12192000 w 12192001"/>
              <a:gd name="connsiteY6" fmla="*/ 1441627 h 4062881"/>
              <a:gd name="connsiteX7" fmla="*/ 12192000 w 12192001"/>
              <a:gd name="connsiteY7" fmla="*/ 1443506 h 4062881"/>
              <a:gd name="connsiteX8" fmla="*/ 12192001 w 12192001"/>
              <a:gd name="connsiteY8" fmla="*/ 1443506 h 4062881"/>
              <a:gd name="connsiteX9" fmla="*/ 12192000 w 12192001"/>
              <a:gd name="connsiteY9" fmla="*/ 1443506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1" h="4062881">
                <a:moveTo>
                  <a:pt x="12192000" y="4062881"/>
                </a:moveTo>
                <a:lnTo>
                  <a:pt x="0" y="4062881"/>
                </a:lnTo>
                <a:lnTo>
                  <a:pt x="0" y="1441627"/>
                </a:lnTo>
                <a:lnTo>
                  <a:pt x="7949" y="1441627"/>
                </a:lnTo>
                <a:lnTo>
                  <a:pt x="6105511" y="0"/>
                </a:lnTo>
                <a:lnTo>
                  <a:pt x="12184078" y="1441627"/>
                </a:lnTo>
                <a:lnTo>
                  <a:pt x="12192000" y="1441627"/>
                </a:lnTo>
                <a:lnTo>
                  <a:pt x="12192000" y="1443506"/>
                </a:lnTo>
                <a:lnTo>
                  <a:pt x="12192001" y="1443506"/>
                </a:lnTo>
                <a:lnTo>
                  <a:pt x="12192000" y="1443506"/>
                </a:lnTo>
                <a:close/>
              </a:path>
            </a:pathLst>
          </a:custGeom>
          <a:solidFill>
            <a:schemeClr val="accent1">
              <a:alpha val="8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Arial" panose="020B0604020202020204"/>
              <a:ea typeface="微软雅黑" panose="020B0703020204020201" pitchFamily="34" charset="-122"/>
              <a:cs typeface="+mn-cs"/>
            </a:endParaRPr>
          </a:p>
        </p:txBody>
      </p:sp>
      <p:grpSp>
        <p:nvGrpSpPr>
          <p:cNvPr id="13" name="组合 12"/>
          <p:cNvGrpSpPr/>
          <p:nvPr/>
        </p:nvGrpSpPr>
        <p:grpSpPr>
          <a:xfrm>
            <a:off x="4764968" y="4547917"/>
            <a:ext cx="2662059" cy="815290"/>
            <a:chOff x="4954881" y="1942452"/>
            <a:chExt cx="6214687" cy="1903328"/>
          </a:xfrm>
          <a:solidFill>
            <a:schemeClr val="tx1"/>
          </a:solidFill>
        </p:grpSpPr>
        <p:grpSp>
          <p:nvGrpSpPr>
            <p:cNvPr id="14" name="íślïdé"/>
            <p:cNvGrpSpPr/>
            <p:nvPr/>
          </p:nvGrpSpPr>
          <p:grpSpPr>
            <a:xfrm>
              <a:off x="4954881" y="1942452"/>
              <a:ext cx="1901067" cy="1903328"/>
              <a:chOff x="1735138" y="2095500"/>
              <a:chExt cx="2667000" cy="2670175"/>
            </a:xfrm>
            <a:grpFill/>
          </p:grpSpPr>
          <p:sp>
            <p:nvSpPr>
              <p:cNvPr id="21"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2"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3"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4"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5"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6"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7"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8"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9"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0"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1"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2"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3"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4"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grpSp>
        <p:sp>
          <p:nvSpPr>
            <p:cNvPr id="15" name="íšľïḋé"/>
            <p:cNvSpPr/>
            <p:nvPr/>
          </p:nvSpPr>
          <p:spPr bwMode="auto">
            <a:xfrm>
              <a:off x="7169402" y="3361464"/>
              <a:ext cx="4000166" cy="237633"/>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grpSp>
          <p:nvGrpSpPr>
            <p:cNvPr id="16" name="í$ļîdé"/>
            <p:cNvGrpSpPr/>
            <p:nvPr/>
          </p:nvGrpSpPr>
          <p:grpSpPr>
            <a:xfrm>
              <a:off x="7354984" y="2180085"/>
              <a:ext cx="3612032" cy="965243"/>
              <a:chOff x="5102226" y="2428875"/>
              <a:chExt cx="5067300" cy="1354138"/>
            </a:xfrm>
            <a:grpFill/>
          </p:grpSpPr>
          <p:sp>
            <p:nvSpPr>
              <p:cNvPr id="17"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18"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19"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0"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grpSp>
      </p:grpSp>
      <p:sp>
        <p:nvSpPr>
          <p:cNvPr id="35" name="文本框 34"/>
          <p:cNvSpPr txBox="1"/>
          <p:nvPr/>
        </p:nvSpPr>
        <p:spPr>
          <a:xfrm>
            <a:off x="2351589" y="1116244"/>
            <a:ext cx="7488822" cy="730885"/>
          </a:xfrm>
          <a:prstGeom prst="rect">
            <a:avLst/>
          </a:prstGeom>
          <a:noFill/>
        </p:spPr>
        <p:txBody>
          <a:bodyPr wrap="square" rtlCol="0">
            <a:spAutoFit/>
          </a:bodyPr>
          <a:lstStyle/>
          <a:p>
            <a:pPr marL="0" marR="0" lvl="0" indent="0" algn="ctr" defTabSz="914400" rtl="0" eaLnBrk="1" fontAlgn="auto" latinLnBrk="0" hangingPunct="1">
              <a:lnSpc>
                <a:spcPct val="130000"/>
              </a:lnSpc>
              <a:spcBef>
                <a:spcPts val="0"/>
              </a:spcBef>
              <a:spcAft>
                <a:spcPts val="0"/>
              </a:spcAft>
              <a:buClrTx/>
              <a:buSzTx/>
              <a:buFontTx/>
              <a:buNone/>
              <a:defRPr/>
            </a:pPr>
            <a:r>
              <a:rPr kumimoji="0" lang="zh-CN" altLang="en-US" sz="3200" b="1" i="0" u="none" strike="noStrike" kern="1200" cap="none" spc="130" normalizeH="0" baseline="0" noProof="0" dirty="0">
                <a:ln>
                  <a:noFill/>
                </a:ln>
                <a:solidFill>
                  <a:schemeClr val="bg1"/>
                </a:solidFill>
                <a:effectLst/>
                <a:uLnTx/>
                <a:uFillTx/>
                <a:latin typeface="微软雅黑" panose="020B0703020204020201" pitchFamily="34" charset="-122"/>
                <a:ea typeface="微软雅黑" panose="020B0703020204020201" pitchFamily="34" charset="-122"/>
                <a:cs typeface="+mn-cs"/>
              </a:rPr>
              <a:t>敬请批评指正</a:t>
            </a:r>
            <a:endParaRPr kumimoji="0" lang="zh-CN" altLang="en-US" sz="3200" b="1" i="0" u="none" strike="noStrike" kern="1200" cap="none" spc="130" normalizeH="0" baseline="0" noProof="0" dirty="0">
              <a:ln>
                <a:noFill/>
              </a:ln>
              <a:solidFill>
                <a:schemeClr val="bg1"/>
              </a:solidFill>
              <a:effectLst/>
              <a:uLnTx/>
              <a:uFillTx/>
              <a:latin typeface="微软雅黑" panose="020B0703020204020201" pitchFamily="34" charset="-122"/>
              <a:ea typeface="微软雅黑" panose="020B0703020204020201" pitchFamily="34" charset="-122"/>
              <a:cs typeface="+mn-cs"/>
            </a:endParaRPr>
          </a:p>
        </p:txBody>
      </p:sp>
      <p:sp>
        <p:nvSpPr>
          <p:cNvPr id="36" name="文本占位符 3"/>
          <p:cNvSpPr txBox="1"/>
          <p:nvPr/>
        </p:nvSpPr>
        <p:spPr>
          <a:xfrm>
            <a:off x="4512011" y="2574820"/>
            <a:ext cx="3175352" cy="756639"/>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0" i="0" u="none" strike="noStrike" kern="1200" cap="none" normalizeH="0" baseline="0" noProof="0" dirty="0">
                <a:ln>
                  <a:noFill/>
                </a:ln>
                <a:solidFill>
                  <a:schemeClr val="bg1"/>
                </a:solidFill>
                <a:effectLst/>
                <a:uLnTx/>
                <a:uFillTx/>
                <a:latin typeface="Arial" panose="020B0604020202020204"/>
                <a:ea typeface="微软雅黑" panose="020B0703020204020201" pitchFamily="34" charset="-122"/>
                <a:cs typeface="+mn-cs"/>
              </a:rPr>
              <a:t>Thanks for your listening</a:t>
            </a:r>
            <a:endParaRPr kumimoji="0" lang="en-US" altLang="zh-CN" sz="2000" b="0" i="0" u="none" strike="noStrike" kern="1200" cap="none" normalizeH="0" baseline="0" noProof="0" dirty="0">
              <a:ln>
                <a:noFill/>
              </a:ln>
              <a:solidFill>
                <a:schemeClr val="bg1"/>
              </a:solidFill>
              <a:effectLst/>
              <a:uLnTx/>
              <a:uFillTx/>
              <a:latin typeface="Arial" panose="020B0604020202020204"/>
              <a:ea typeface="微软雅黑" panose="020B0703020204020201"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normalizeH="0" baseline="0" noProof="0" dirty="0">
              <a:ln>
                <a:noFill/>
              </a:ln>
              <a:solidFill>
                <a:schemeClr val="bg1"/>
              </a:solidFill>
              <a:effectLst/>
              <a:uLnTx/>
              <a:uFillTx/>
              <a:latin typeface="Arial" panose="020B0604020202020204"/>
              <a:ea typeface="微软雅黑" panose="020B0703020204020201" pitchFamily="34" charset="-122"/>
              <a:cs typeface="+mn-cs"/>
            </a:endParaRPr>
          </a:p>
        </p:txBody>
      </p:sp>
      <p:sp>
        <p:nvSpPr>
          <p:cNvPr id="42" name="矩形: 圆角 41"/>
          <p:cNvSpPr/>
          <p:nvPr/>
        </p:nvSpPr>
        <p:spPr>
          <a:xfrm>
            <a:off x="1527521" y="5792813"/>
            <a:ext cx="2077200" cy="352633"/>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组别：第八组</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3" name="矩形: 圆角 42"/>
          <p:cNvSpPr/>
          <p:nvPr/>
        </p:nvSpPr>
        <p:spPr>
          <a:xfrm>
            <a:off x="4943319" y="5792813"/>
            <a:ext cx="2305358" cy="352633"/>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指导老师：</a:t>
            </a:r>
            <a:r>
              <a:rPr lang="zh-CN" altLang="en-US" dirty="0">
                <a:solidFill>
                  <a:srgbClr val="FFFFFF"/>
                </a:solidFill>
                <a:latin typeface="Arial" panose="020B0604020202020204"/>
                <a:ea typeface="微软雅黑" panose="020B0703020204020201" pitchFamily="34" charset="-122"/>
              </a:rPr>
              <a:t>杨波</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4" name="矩形: 圆角 43"/>
          <p:cNvSpPr/>
          <p:nvPr/>
        </p:nvSpPr>
        <p:spPr>
          <a:xfrm>
            <a:off x="8587275" y="5775836"/>
            <a:ext cx="2185500" cy="356158"/>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dirty="0">
                <a:solidFill>
                  <a:srgbClr val="FFFFFF"/>
                </a:solidFill>
                <a:latin typeface="Arial" panose="020B0604020202020204"/>
                <a:ea typeface="微软雅黑" panose="020B0703020204020201" pitchFamily="34" charset="-122"/>
              </a:rPr>
              <a:t>时间</a:t>
            </a: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a:t>
            </a:r>
            <a:r>
              <a:rPr lang="en-US" altLang="zh-CN" dirty="0">
                <a:solidFill>
                  <a:srgbClr val="FFFFFF"/>
                </a:solidFill>
                <a:latin typeface="Arial" panose="020B0604020202020204"/>
                <a:ea typeface="微软雅黑" panose="020B0703020204020201" pitchFamily="34" charset="-122"/>
              </a:rPr>
              <a:t>2026.06.03</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cxnSp>
        <p:nvCxnSpPr>
          <p:cNvPr id="5" name="直接连接符 4"/>
          <p:cNvCxnSpPr/>
          <p:nvPr/>
        </p:nvCxnSpPr>
        <p:spPr>
          <a:xfrm>
            <a:off x="5199005" y="2523843"/>
            <a:ext cx="1709837" cy="0"/>
          </a:xfrm>
          <a:prstGeom prst="line">
            <a:avLst/>
          </a:prstGeom>
          <a:ln w="19050">
            <a:gradFill>
              <a:gsLst>
                <a:gs pos="0">
                  <a:schemeClr val="bg1">
                    <a:alpha val="0"/>
                  </a:schemeClr>
                </a:gs>
                <a:gs pos="49400">
                  <a:srgbClr val="FFFFFF"/>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38" name="任意多边形: 形状 37"/>
          <p:cNvSpPr/>
          <p:nvPr/>
        </p:nvSpPr>
        <p:spPr>
          <a:xfrm>
            <a:off x="0" y="2329236"/>
            <a:ext cx="12192000" cy="1809343"/>
          </a:xfrm>
          <a:custGeom>
            <a:avLst/>
            <a:gdLst>
              <a:gd name="connsiteX0" fmla="*/ 11511615 w 12185612"/>
              <a:gd name="connsiteY0" fmla="*/ 0 h 1809343"/>
              <a:gd name="connsiteX1" fmla="*/ 12185612 w 12185612"/>
              <a:gd name="connsiteY1" fmla="*/ 134799 h 1809343"/>
              <a:gd name="connsiteX2" fmla="*/ 12185612 w 12185612"/>
              <a:gd name="connsiteY2" fmla="*/ 319795 h 1809343"/>
              <a:gd name="connsiteX3" fmla="*/ 11769269 w 12185612"/>
              <a:gd name="connsiteY3" fmla="*/ 431005 h 1809343"/>
              <a:gd name="connsiteX4" fmla="*/ 6098388 w 12185612"/>
              <a:gd name="connsiteY4" fmla="*/ 1809343 h 1809343"/>
              <a:gd name="connsiteX5" fmla="*/ 1030855 w 12185612"/>
              <a:gd name="connsiteY5" fmla="*/ 612528 h 1809343"/>
              <a:gd name="connsiteX6" fmla="*/ 0 w 12185612"/>
              <a:gd name="connsiteY6" fmla="*/ 339538 h 1809343"/>
              <a:gd name="connsiteX7" fmla="*/ 0 w 12185612"/>
              <a:gd name="connsiteY7" fmla="*/ 81678 h 1809343"/>
              <a:gd name="connsiteX8" fmla="*/ 637104 w 12185612"/>
              <a:gd name="connsiteY8" fmla="*/ 607 h 1809343"/>
              <a:gd name="connsiteX9" fmla="*/ 6098821 w 12185612"/>
              <a:gd name="connsiteY9" fmla="*/ 1643974 h 1809343"/>
              <a:gd name="connsiteX10" fmla="*/ 11511615 w 12185612"/>
              <a:gd name="connsiteY10" fmla="*/ 0 h 18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85612" h="1809343">
                <a:moveTo>
                  <a:pt x="11511615" y="0"/>
                </a:moveTo>
                <a:lnTo>
                  <a:pt x="12185612" y="134799"/>
                </a:lnTo>
                <a:lnTo>
                  <a:pt x="12185612" y="319795"/>
                </a:lnTo>
                <a:lnTo>
                  <a:pt x="11769269" y="431005"/>
                </a:lnTo>
                <a:cubicBezTo>
                  <a:pt x="9878327" y="928737"/>
                  <a:pt x="8015827" y="1369040"/>
                  <a:pt x="6098388" y="1809343"/>
                </a:cubicBezTo>
                <a:cubicBezTo>
                  <a:pt x="4410640" y="1441212"/>
                  <a:pt x="2720033" y="1046292"/>
                  <a:pt x="1030855" y="612528"/>
                </a:cubicBezTo>
                <a:lnTo>
                  <a:pt x="0" y="339538"/>
                </a:lnTo>
                <a:lnTo>
                  <a:pt x="0" y="81678"/>
                </a:lnTo>
                <a:lnTo>
                  <a:pt x="637104" y="607"/>
                </a:lnTo>
                <a:cubicBezTo>
                  <a:pt x="2471646" y="662696"/>
                  <a:pt x="4302378" y="1200960"/>
                  <a:pt x="6098821" y="1643974"/>
                </a:cubicBezTo>
                <a:cubicBezTo>
                  <a:pt x="7974840" y="1162658"/>
                  <a:pt x="9749895" y="681341"/>
                  <a:pt x="11511615"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39" name="任意多边形: 形状 38"/>
          <p:cNvSpPr/>
          <p:nvPr/>
        </p:nvSpPr>
        <p:spPr>
          <a:xfrm>
            <a:off x="450423" y="2315566"/>
            <a:ext cx="11342509" cy="1691715"/>
          </a:xfrm>
          <a:custGeom>
            <a:avLst/>
            <a:gdLst>
              <a:gd name="connsiteX0" fmla="*/ 9728 w 12217941"/>
              <a:gd name="connsiteY0" fmla="*/ 0 h 1605064"/>
              <a:gd name="connsiteX1" fmla="*/ 6108971 w 12217941"/>
              <a:gd name="connsiteY1" fmla="*/ 1498060 h 1605064"/>
              <a:gd name="connsiteX2" fmla="*/ 12208213 w 12217941"/>
              <a:gd name="connsiteY2" fmla="*/ 19456 h 1605064"/>
              <a:gd name="connsiteX3" fmla="*/ 12217941 w 12217941"/>
              <a:gd name="connsiteY3" fmla="*/ 282103 h 1605064"/>
              <a:gd name="connsiteX4" fmla="*/ 6118698 w 12217941"/>
              <a:gd name="connsiteY4" fmla="*/ 1605064 h 1605064"/>
              <a:gd name="connsiteX5" fmla="*/ 0 w 12217941"/>
              <a:gd name="connsiteY5" fmla="*/ 233464 h 1605064"/>
              <a:gd name="connsiteX6" fmla="*/ 9728 w 12217941"/>
              <a:gd name="connsiteY6" fmla="*/ 0 h 1605064"/>
              <a:gd name="connsiteX0-1" fmla="*/ 0 w 12208213"/>
              <a:gd name="connsiteY0-2" fmla="*/ 0 h 1605064"/>
              <a:gd name="connsiteX1-3" fmla="*/ 6099243 w 12208213"/>
              <a:gd name="connsiteY1-4" fmla="*/ 1498060 h 1605064"/>
              <a:gd name="connsiteX2-5" fmla="*/ 12198485 w 12208213"/>
              <a:gd name="connsiteY2-6" fmla="*/ 19456 h 1605064"/>
              <a:gd name="connsiteX3-7" fmla="*/ 12208213 w 12208213"/>
              <a:gd name="connsiteY3-8" fmla="*/ 282103 h 1605064"/>
              <a:gd name="connsiteX4-9" fmla="*/ 6108970 w 12208213"/>
              <a:gd name="connsiteY4-10" fmla="*/ 1605064 h 1605064"/>
              <a:gd name="connsiteX5-11" fmla="*/ 0 w 12208213"/>
              <a:gd name="connsiteY5-12" fmla="*/ 544749 h 1605064"/>
              <a:gd name="connsiteX6-13" fmla="*/ 0 w 12208213"/>
              <a:gd name="connsiteY6-14" fmla="*/ 0 h 1605064"/>
              <a:gd name="connsiteX0-15" fmla="*/ 0 w 12198485"/>
              <a:gd name="connsiteY0-16" fmla="*/ 0 h 1605064"/>
              <a:gd name="connsiteX1-17" fmla="*/ 6099243 w 12198485"/>
              <a:gd name="connsiteY1-18" fmla="*/ 1498060 h 1605064"/>
              <a:gd name="connsiteX2-19" fmla="*/ 12198485 w 12198485"/>
              <a:gd name="connsiteY2-20" fmla="*/ 19456 h 1605064"/>
              <a:gd name="connsiteX3-21" fmla="*/ 12198485 w 12198485"/>
              <a:gd name="connsiteY3-22" fmla="*/ 603115 h 1605064"/>
              <a:gd name="connsiteX4-23" fmla="*/ 6108970 w 12198485"/>
              <a:gd name="connsiteY4-24" fmla="*/ 1605064 h 1605064"/>
              <a:gd name="connsiteX5-25" fmla="*/ 0 w 12198485"/>
              <a:gd name="connsiteY5-26" fmla="*/ 544749 h 1605064"/>
              <a:gd name="connsiteX6-27" fmla="*/ 0 w 12198485"/>
              <a:gd name="connsiteY6-28" fmla="*/ 0 h 1605064"/>
              <a:gd name="connsiteX0-29" fmla="*/ 0 w 12198485"/>
              <a:gd name="connsiteY0-30" fmla="*/ 0 h 1605064"/>
              <a:gd name="connsiteX1-31" fmla="*/ 6108970 w 12198485"/>
              <a:gd name="connsiteY1-32" fmla="*/ 1507788 h 1605064"/>
              <a:gd name="connsiteX2-33" fmla="*/ 12198485 w 12198485"/>
              <a:gd name="connsiteY2-34" fmla="*/ 19456 h 1605064"/>
              <a:gd name="connsiteX3-35" fmla="*/ 12198485 w 12198485"/>
              <a:gd name="connsiteY3-36" fmla="*/ 603115 h 1605064"/>
              <a:gd name="connsiteX4-37" fmla="*/ 6108970 w 12198485"/>
              <a:gd name="connsiteY4-38" fmla="*/ 1605064 h 1605064"/>
              <a:gd name="connsiteX5-39" fmla="*/ 0 w 12198485"/>
              <a:gd name="connsiteY5-40" fmla="*/ 544749 h 1605064"/>
              <a:gd name="connsiteX6-41" fmla="*/ 0 w 12198485"/>
              <a:gd name="connsiteY6-42" fmla="*/ 0 h 1605064"/>
              <a:gd name="connsiteX0-43" fmla="*/ 632298 w 12830783"/>
              <a:gd name="connsiteY0-44" fmla="*/ 0 h 1605064"/>
              <a:gd name="connsiteX1-45" fmla="*/ 6741268 w 12830783"/>
              <a:gd name="connsiteY1-46" fmla="*/ 1507788 h 1605064"/>
              <a:gd name="connsiteX2-47" fmla="*/ 12830783 w 12830783"/>
              <a:gd name="connsiteY2-48" fmla="*/ 19456 h 1605064"/>
              <a:gd name="connsiteX3-49" fmla="*/ 12830783 w 12830783"/>
              <a:gd name="connsiteY3-50" fmla="*/ 603115 h 1605064"/>
              <a:gd name="connsiteX4-51" fmla="*/ 6741268 w 12830783"/>
              <a:gd name="connsiteY4-52" fmla="*/ 1605064 h 1605064"/>
              <a:gd name="connsiteX5-53" fmla="*/ 0 w 12830783"/>
              <a:gd name="connsiteY5-54" fmla="*/ 29183 h 1605064"/>
              <a:gd name="connsiteX6-55" fmla="*/ 632298 w 12830783"/>
              <a:gd name="connsiteY6-56" fmla="*/ 0 h 1605064"/>
              <a:gd name="connsiteX0-57" fmla="*/ 836579 w 12830783"/>
              <a:gd name="connsiteY0-58" fmla="*/ 0 h 1634247"/>
              <a:gd name="connsiteX1-59" fmla="*/ 6741268 w 12830783"/>
              <a:gd name="connsiteY1-60" fmla="*/ 1536971 h 1634247"/>
              <a:gd name="connsiteX2-61" fmla="*/ 12830783 w 12830783"/>
              <a:gd name="connsiteY2-62" fmla="*/ 48639 h 1634247"/>
              <a:gd name="connsiteX3-63" fmla="*/ 12830783 w 12830783"/>
              <a:gd name="connsiteY3-64" fmla="*/ 632298 h 1634247"/>
              <a:gd name="connsiteX4-65" fmla="*/ 6741268 w 12830783"/>
              <a:gd name="connsiteY4-66" fmla="*/ 1634247 h 1634247"/>
              <a:gd name="connsiteX5-67" fmla="*/ 0 w 12830783"/>
              <a:gd name="connsiteY5-68" fmla="*/ 58366 h 1634247"/>
              <a:gd name="connsiteX6-69" fmla="*/ 836579 w 12830783"/>
              <a:gd name="connsiteY6-70" fmla="*/ 0 h 1634247"/>
              <a:gd name="connsiteX0-71" fmla="*/ 836579 w 12830783"/>
              <a:gd name="connsiteY0-72" fmla="*/ 0 h 1702340"/>
              <a:gd name="connsiteX1-73" fmla="*/ 6741268 w 12830783"/>
              <a:gd name="connsiteY1-74" fmla="*/ 1536971 h 1702340"/>
              <a:gd name="connsiteX2-75" fmla="*/ 12830783 w 12830783"/>
              <a:gd name="connsiteY2-76" fmla="*/ 48639 h 1702340"/>
              <a:gd name="connsiteX3-77" fmla="*/ 12830783 w 12830783"/>
              <a:gd name="connsiteY3-78" fmla="*/ 632298 h 1702340"/>
              <a:gd name="connsiteX4-79" fmla="*/ 6750996 w 12830783"/>
              <a:gd name="connsiteY4-80" fmla="*/ 1702340 h 1702340"/>
              <a:gd name="connsiteX5-81" fmla="*/ 0 w 12830783"/>
              <a:gd name="connsiteY5-82" fmla="*/ 58366 h 1702340"/>
              <a:gd name="connsiteX6-83" fmla="*/ 836579 w 12830783"/>
              <a:gd name="connsiteY6-84" fmla="*/ 0 h 1702340"/>
              <a:gd name="connsiteX0-85" fmla="*/ 836579 w 12830783"/>
              <a:gd name="connsiteY0-86" fmla="*/ 0 h 1702340"/>
              <a:gd name="connsiteX1-87" fmla="*/ 6741268 w 12830783"/>
              <a:gd name="connsiteY1-88" fmla="*/ 1536971 h 1702340"/>
              <a:gd name="connsiteX2-89" fmla="*/ 12470860 w 12830783"/>
              <a:gd name="connsiteY2-90" fmla="*/ 19456 h 1702340"/>
              <a:gd name="connsiteX3-91" fmla="*/ 12830783 w 12830783"/>
              <a:gd name="connsiteY3-92" fmla="*/ 632298 h 1702340"/>
              <a:gd name="connsiteX4-93" fmla="*/ 6750996 w 12830783"/>
              <a:gd name="connsiteY4-94" fmla="*/ 1702340 h 1702340"/>
              <a:gd name="connsiteX5-95" fmla="*/ 0 w 12830783"/>
              <a:gd name="connsiteY5-96" fmla="*/ 58366 h 1702340"/>
              <a:gd name="connsiteX6-97" fmla="*/ 836579 w 12830783"/>
              <a:gd name="connsiteY6-98" fmla="*/ 0 h 1702340"/>
              <a:gd name="connsiteX0-99" fmla="*/ 836579 w 13239345"/>
              <a:gd name="connsiteY0-100" fmla="*/ 0 h 1702340"/>
              <a:gd name="connsiteX1-101" fmla="*/ 6741268 w 13239345"/>
              <a:gd name="connsiteY1-102" fmla="*/ 1536971 h 1702340"/>
              <a:gd name="connsiteX2-103" fmla="*/ 12470860 w 13239345"/>
              <a:gd name="connsiteY2-104" fmla="*/ 19456 h 1702340"/>
              <a:gd name="connsiteX3-105" fmla="*/ 13239345 w 13239345"/>
              <a:gd name="connsiteY3-106" fmla="*/ 107004 h 1702340"/>
              <a:gd name="connsiteX4-107" fmla="*/ 6750996 w 13239345"/>
              <a:gd name="connsiteY4-108" fmla="*/ 1702340 h 1702340"/>
              <a:gd name="connsiteX5-109" fmla="*/ 0 w 13239345"/>
              <a:gd name="connsiteY5-110" fmla="*/ 58366 h 1702340"/>
              <a:gd name="connsiteX6-111" fmla="*/ 836579 w 13239345"/>
              <a:gd name="connsiteY6-112" fmla="*/ 0 h 1702340"/>
              <a:gd name="connsiteX0-113" fmla="*/ 836579 w 13239345"/>
              <a:gd name="connsiteY0-114" fmla="*/ 107003 h 1809343"/>
              <a:gd name="connsiteX1-115" fmla="*/ 6741268 w 13239345"/>
              <a:gd name="connsiteY1-116" fmla="*/ 1643974 h 1809343"/>
              <a:gd name="connsiteX2-117" fmla="*/ 12169303 w 13239345"/>
              <a:gd name="connsiteY2-118" fmla="*/ 0 h 1809343"/>
              <a:gd name="connsiteX3-119" fmla="*/ 13239345 w 13239345"/>
              <a:gd name="connsiteY3-120" fmla="*/ 214007 h 1809343"/>
              <a:gd name="connsiteX4-121" fmla="*/ 6750996 w 13239345"/>
              <a:gd name="connsiteY4-122" fmla="*/ 1809343 h 1809343"/>
              <a:gd name="connsiteX5-123" fmla="*/ 0 w 13239345"/>
              <a:gd name="connsiteY5-124" fmla="*/ 165369 h 1809343"/>
              <a:gd name="connsiteX6-125" fmla="*/ 836579 w 13239345"/>
              <a:gd name="connsiteY6-126" fmla="*/ 107003 h 1809343"/>
              <a:gd name="connsiteX0-127" fmla="*/ 1342417 w 13239345"/>
              <a:gd name="connsiteY0-128" fmla="*/ 29182 h 1809343"/>
              <a:gd name="connsiteX1-129" fmla="*/ 6741268 w 13239345"/>
              <a:gd name="connsiteY1-130" fmla="*/ 1643974 h 1809343"/>
              <a:gd name="connsiteX2-131" fmla="*/ 12169303 w 13239345"/>
              <a:gd name="connsiteY2-132" fmla="*/ 0 h 1809343"/>
              <a:gd name="connsiteX3-133" fmla="*/ 13239345 w 13239345"/>
              <a:gd name="connsiteY3-134" fmla="*/ 214007 h 1809343"/>
              <a:gd name="connsiteX4-135" fmla="*/ 6750996 w 13239345"/>
              <a:gd name="connsiteY4-136" fmla="*/ 1809343 h 1809343"/>
              <a:gd name="connsiteX5-137" fmla="*/ 0 w 13239345"/>
              <a:gd name="connsiteY5-138" fmla="*/ 165369 h 1809343"/>
              <a:gd name="connsiteX6-139" fmla="*/ 1342417 w 13239345"/>
              <a:gd name="connsiteY6-140" fmla="*/ 29182 h 1809343"/>
              <a:gd name="connsiteX0-141" fmla="*/ 1294792 w 13239345"/>
              <a:gd name="connsiteY0-142" fmla="*/ 607 h 1809343"/>
              <a:gd name="connsiteX1-143" fmla="*/ 6741268 w 13239345"/>
              <a:gd name="connsiteY1-144" fmla="*/ 1643974 h 1809343"/>
              <a:gd name="connsiteX2-145" fmla="*/ 12169303 w 13239345"/>
              <a:gd name="connsiteY2-146" fmla="*/ 0 h 1809343"/>
              <a:gd name="connsiteX3-147" fmla="*/ 13239345 w 13239345"/>
              <a:gd name="connsiteY3-148" fmla="*/ 214007 h 1809343"/>
              <a:gd name="connsiteX4-149" fmla="*/ 6750996 w 13239345"/>
              <a:gd name="connsiteY4-150" fmla="*/ 1809343 h 1809343"/>
              <a:gd name="connsiteX5-151" fmla="*/ 0 w 13239345"/>
              <a:gd name="connsiteY5-152" fmla="*/ 165369 h 1809343"/>
              <a:gd name="connsiteX6-153" fmla="*/ 1294792 w 13239345"/>
              <a:gd name="connsiteY6-154" fmla="*/ 607 h 1809343"/>
              <a:gd name="connsiteX0-155" fmla="*/ 1294792 w 13239345"/>
              <a:gd name="connsiteY0-156" fmla="*/ 607 h 1809343"/>
              <a:gd name="connsiteX1-157" fmla="*/ 6741268 w 13239345"/>
              <a:gd name="connsiteY1-158" fmla="*/ 1643974 h 1809343"/>
              <a:gd name="connsiteX2-159" fmla="*/ 12169303 w 13239345"/>
              <a:gd name="connsiteY2-160" fmla="*/ 0 h 1809343"/>
              <a:gd name="connsiteX3-161" fmla="*/ 13239345 w 13239345"/>
              <a:gd name="connsiteY3-162" fmla="*/ 214007 h 1809343"/>
              <a:gd name="connsiteX4-163" fmla="*/ 6750996 w 13239345"/>
              <a:gd name="connsiteY4-164" fmla="*/ 1809343 h 1809343"/>
              <a:gd name="connsiteX5-165" fmla="*/ 0 w 13239345"/>
              <a:gd name="connsiteY5-166" fmla="*/ 165369 h 1809343"/>
              <a:gd name="connsiteX6-167" fmla="*/ 1294792 w 13239345"/>
              <a:gd name="connsiteY6-168" fmla="*/ 607 h 1809343"/>
              <a:gd name="connsiteX0-169" fmla="*/ 1294792 w 13239345"/>
              <a:gd name="connsiteY0-170" fmla="*/ 607 h 1809343"/>
              <a:gd name="connsiteX1-171" fmla="*/ 6741268 w 13239345"/>
              <a:gd name="connsiteY1-172" fmla="*/ 1643974 h 1809343"/>
              <a:gd name="connsiteX2-173" fmla="*/ 12169303 w 13239345"/>
              <a:gd name="connsiteY2-174" fmla="*/ 0 h 1809343"/>
              <a:gd name="connsiteX3-175" fmla="*/ 13239345 w 13239345"/>
              <a:gd name="connsiteY3-176" fmla="*/ 214007 h 1809343"/>
              <a:gd name="connsiteX4-177" fmla="*/ 6750996 w 13239345"/>
              <a:gd name="connsiteY4-178" fmla="*/ 1809343 h 1809343"/>
              <a:gd name="connsiteX5-179" fmla="*/ 0 w 13239345"/>
              <a:gd name="connsiteY5-180" fmla="*/ 165369 h 1809343"/>
              <a:gd name="connsiteX6-181" fmla="*/ 1294792 w 13239345"/>
              <a:gd name="connsiteY6-182" fmla="*/ 607 h 1809343"/>
              <a:gd name="connsiteX0-183" fmla="*/ 1294792 w 13239345"/>
              <a:gd name="connsiteY0-184" fmla="*/ 607 h 1809343"/>
              <a:gd name="connsiteX1-185" fmla="*/ 6741268 w 13239345"/>
              <a:gd name="connsiteY1-186" fmla="*/ 1643974 h 1809343"/>
              <a:gd name="connsiteX2-187" fmla="*/ 12169303 w 13239345"/>
              <a:gd name="connsiteY2-188" fmla="*/ 0 h 1809343"/>
              <a:gd name="connsiteX3-189" fmla="*/ 13239345 w 13239345"/>
              <a:gd name="connsiteY3-190" fmla="*/ 214007 h 1809343"/>
              <a:gd name="connsiteX4-191" fmla="*/ 6750996 w 13239345"/>
              <a:gd name="connsiteY4-192" fmla="*/ 1809343 h 1809343"/>
              <a:gd name="connsiteX5-193" fmla="*/ 0 w 13239345"/>
              <a:gd name="connsiteY5-194" fmla="*/ 165369 h 1809343"/>
              <a:gd name="connsiteX6-195" fmla="*/ 1294792 w 13239345"/>
              <a:gd name="connsiteY6-196" fmla="*/ 607 h 1809343"/>
              <a:gd name="connsiteX0-197" fmla="*/ 1294792 w 13239345"/>
              <a:gd name="connsiteY0-198" fmla="*/ 607 h 1809343"/>
              <a:gd name="connsiteX1-199" fmla="*/ 6741268 w 13239345"/>
              <a:gd name="connsiteY1-200" fmla="*/ 1643974 h 1809343"/>
              <a:gd name="connsiteX2-201" fmla="*/ 12169303 w 13239345"/>
              <a:gd name="connsiteY2-202" fmla="*/ 0 h 1809343"/>
              <a:gd name="connsiteX3-203" fmla="*/ 13239345 w 13239345"/>
              <a:gd name="connsiteY3-204" fmla="*/ 214007 h 1809343"/>
              <a:gd name="connsiteX4-205" fmla="*/ 6750996 w 13239345"/>
              <a:gd name="connsiteY4-206" fmla="*/ 1809343 h 1809343"/>
              <a:gd name="connsiteX5-207" fmla="*/ 0 w 13239345"/>
              <a:gd name="connsiteY5-208" fmla="*/ 165369 h 1809343"/>
              <a:gd name="connsiteX6-209" fmla="*/ 1294792 w 13239345"/>
              <a:gd name="connsiteY6-210" fmla="*/ 607 h 1809343"/>
              <a:gd name="connsiteX0-211" fmla="*/ 1294792 w 13239345"/>
              <a:gd name="connsiteY0-212" fmla="*/ 607 h 1809343"/>
              <a:gd name="connsiteX1-213" fmla="*/ 6741268 w 13239345"/>
              <a:gd name="connsiteY1-214" fmla="*/ 1643974 h 1809343"/>
              <a:gd name="connsiteX2-215" fmla="*/ 12169303 w 13239345"/>
              <a:gd name="connsiteY2-216" fmla="*/ 0 h 1809343"/>
              <a:gd name="connsiteX3-217" fmla="*/ 13239345 w 13239345"/>
              <a:gd name="connsiteY3-218" fmla="*/ 214007 h 1809343"/>
              <a:gd name="connsiteX4-219" fmla="*/ 6750996 w 13239345"/>
              <a:gd name="connsiteY4-220" fmla="*/ 1809343 h 1809343"/>
              <a:gd name="connsiteX5-221" fmla="*/ 0 w 13239345"/>
              <a:gd name="connsiteY5-222" fmla="*/ 165369 h 1809343"/>
              <a:gd name="connsiteX6-223" fmla="*/ 1294792 w 13239345"/>
              <a:gd name="connsiteY6-224" fmla="*/ 607 h 1809343"/>
              <a:gd name="connsiteX0-225" fmla="*/ 1294792 w 13239345"/>
              <a:gd name="connsiteY0-226" fmla="*/ 607 h 1809343"/>
              <a:gd name="connsiteX1-227" fmla="*/ 6741268 w 13239345"/>
              <a:gd name="connsiteY1-228" fmla="*/ 1643974 h 1809343"/>
              <a:gd name="connsiteX2-229" fmla="*/ 12169303 w 13239345"/>
              <a:gd name="connsiteY2-230" fmla="*/ 0 h 1809343"/>
              <a:gd name="connsiteX3-231" fmla="*/ 13239345 w 13239345"/>
              <a:gd name="connsiteY3-232" fmla="*/ 214007 h 1809343"/>
              <a:gd name="connsiteX4-233" fmla="*/ 6750996 w 13239345"/>
              <a:gd name="connsiteY4-234" fmla="*/ 1809343 h 1809343"/>
              <a:gd name="connsiteX5-235" fmla="*/ 0 w 13239345"/>
              <a:gd name="connsiteY5-236" fmla="*/ 165369 h 1809343"/>
              <a:gd name="connsiteX6-237" fmla="*/ 1294792 w 13239345"/>
              <a:gd name="connsiteY6-238" fmla="*/ 607 h 1809343"/>
              <a:gd name="connsiteX0-239" fmla="*/ 1294792 w 13239345"/>
              <a:gd name="connsiteY0-240" fmla="*/ 607 h 1809343"/>
              <a:gd name="connsiteX1-241" fmla="*/ 6741268 w 13239345"/>
              <a:gd name="connsiteY1-242" fmla="*/ 1643974 h 1809343"/>
              <a:gd name="connsiteX2-243" fmla="*/ 12169303 w 13239345"/>
              <a:gd name="connsiteY2-244" fmla="*/ 0 h 1809343"/>
              <a:gd name="connsiteX3-245" fmla="*/ 13239345 w 13239345"/>
              <a:gd name="connsiteY3-246" fmla="*/ 214007 h 1809343"/>
              <a:gd name="connsiteX4-247" fmla="*/ 6750996 w 13239345"/>
              <a:gd name="connsiteY4-248" fmla="*/ 1809343 h 1809343"/>
              <a:gd name="connsiteX5-249" fmla="*/ 0 w 13239345"/>
              <a:gd name="connsiteY5-250" fmla="*/ 165369 h 1809343"/>
              <a:gd name="connsiteX6-251" fmla="*/ 1294792 w 13239345"/>
              <a:gd name="connsiteY6-252" fmla="*/ 607 h 1809343"/>
              <a:gd name="connsiteX0-253" fmla="*/ 1294792 w 13239345"/>
              <a:gd name="connsiteY0-254" fmla="*/ 607 h 1809343"/>
              <a:gd name="connsiteX1-255" fmla="*/ 6741268 w 13239345"/>
              <a:gd name="connsiteY1-256" fmla="*/ 1643974 h 1809343"/>
              <a:gd name="connsiteX2-257" fmla="*/ 12169303 w 13239345"/>
              <a:gd name="connsiteY2-258" fmla="*/ 0 h 1809343"/>
              <a:gd name="connsiteX3-259" fmla="*/ 13239345 w 13239345"/>
              <a:gd name="connsiteY3-260" fmla="*/ 214007 h 1809343"/>
              <a:gd name="connsiteX4-261" fmla="*/ 6750996 w 13239345"/>
              <a:gd name="connsiteY4-262" fmla="*/ 1809343 h 1809343"/>
              <a:gd name="connsiteX5-263" fmla="*/ 0 w 13239345"/>
              <a:gd name="connsiteY5-264" fmla="*/ 165369 h 1809343"/>
              <a:gd name="connsiteX6-265" fmla="*/ 1294792 w 13239345"/>
              <a:gd name="connsiteY6-266" fmla="*/ 607 h 1809343"/>
              <a:gd name="connsiteX0-267" fmla="*/ 1294792 w 13239345"/>
              <a:gd name="connsiteY0-268" fmla="*/ 607 h 1809343"/>
              <a:gd name="connsiteX1-269" fmla="*/ 6741268 w 13239345"/>
              <a:gd name="connsiteY1-270" fmla="*/ 1643974 h 1809343"/>
              <a:gd name="connsiteX2-271" fmla="*/ 12169303 w 13239345"/>
              <a:gd name="connsiteY2-272" fmla="*/ 0 h 1809343"/>
              <a:gd name="connsiteX3-273" fmla="*/ 13239345 w 13239345"/>
              <a:gd name="connsiteY3-274" fmla="*/ 214007 h 1809343"/>
              <a:gd name="connsiteX4-275" fmla="*/ 6750996 w 13239345"/>
              <a:gd name="connsiteY4-276" fmla="*/ 1809343 h 1809343"/>
              <a:gd name="connsiteX5-277" fmla="*/ 0 w 13239345"/>
              <a:gd name="connsiteY5-278" fmla="*/ 165369 h 1809343"/>
              <a:gd name="connsiteX6-279" fmla="*/ 1294792 w 13239345"/>
              <a:gd name="connsiteY6-280" fmla="*/ 607 h 1809343"/>
              <a:gd name="connsiteX0-281" fmla="*/ 1294792 w 13239345"/>
              <a:gd name="connsiteY0-282" fmla="*/ 607 h 1809343"/>
              <a:gd name="connsiteX1-283" fmla="*/ 6741268 w 13239345"/>
              <a:gd name="connsiteY1-284" fmla="*/ 1643974 h 1809343"/>
              <a:gd name="connsiteX2-285" fmla="*/ 12169303 w 13239345"/>
              <a:gd name="connsiteY2-286" fmla="*/ 0 h 1809343"/>
              <a:gd name="connsiteX3-287" fmla="*/ 13239345 w 13239345"/>
              <a:gd name="connsiteY3-288" fmla="*/ 214007 h 1809343"/>
              <a:gd name="connsiteX4-289" fmla="*/ 6750996 w 13239345"/>
              <a:gd name="connsiteY4-290" fmla="*/ 1809343 h 1809343"/>
              <a:gd name="connsiteX5-291" fmla="*/ 0 w 13239345"/>
              <a:gd name="connsiteY5-292" fmla="*/ 165369 h 1809343"/>
              <a:gd name="connsiteX6-293" fmla="*/ 1294792 w 13239345"/>
              <a:gd name="connsiteY6-294" fmla="*/ 607 h 1809343"/>
              <a:gd name="connsiteX0-295" fmla="*/ 1294792 w 12651516"/>
              <a:gd name="connsiteY0-296" fmla="*/ 607 h 1809343"/>
              <a:gd name="connsiteX1-297" fmla="*/ 6741268 w 12651516"/>
              <a:gd name="connsiteY1-298" fmla="*/ 1643974 h 1809343"/>
              <a:gd name="connsiteX2-299" fmla="*/ 12169303 w 12651516"/>
              <a:gd name="connsiteY2-300" fmla="*/ 0 h 1809343"/>
              <a:gd name="connsiteX3-301" fmla="*/ 12651516 w 12651516"/>
              <a:gd name="connsiteY3-302" fmla="*/ 83379 h 1809343"/>
              <a:gd name="connsiteX4-303" fmla="*/ 6750996 w 12651516"/>
              <a:gd name="connsiteY4-304" fmla="*/ 1809343 h 1809343"/>
              <a:gd name="connsiteX5-305" fmla="*/ 0 w 12651516"/>
              <a:gd name="connsiteY5-306" fmla="*/ 165369 h 1809343"/>
              <a:gd name="connsiteX6-307" fmla="*/ 1294792 w 12651516"/>
              <a:gd name="connsiteY6-308" fmla="*/ 607 h 1809343"/>
              <a:gd name="connsiteX0-309" fmla="*/ 1294792 w 12564431"/>
              <a:gd name="connsiteY0-310" fmla="*/ 607 h 1809343"/>
              <a:gd name="connsiteX1-311" fmla="*/ 6741268 w 12564431"/>
              <a:gd name="connsiteY1-312" fmla="*/ 1643974 h 1809343"/>
              <a:gd name="connsiteX2-313" fmla="*/ 12169303 w 12564431"/>
              <a:gd name="connsiteY2-314" fmla="*/ 0 h 1809343"/>
              <a:gd name="connsiteX3-315" fmla="*/ 12564431 w 12564431"/>
              <a:gd name="connsiteY3-316" fmla="*/ 83379 h 1809343"/>
              <a:gd name="connsiteX4-317" fmla="*/ 6750996 w 12564431"/>
              <a:gd name="connsiteY4-318" fmla="*/ 1809343 h 1809343"/>
              <a:gd name="connsiteX5-319" fmla="*/ 0 w 12564431"/>
              <a:gd name="connsiteY5-320" fmla="*/ 165369 h 1809343"/>
              <a:gd name="connsiteX6-321" fmla="*/ 1294792 w 12564431"/>
              <a:gd name="connsiteY6-322" fmla="*/ 607 h 1809343"/>
              <a:gd name="connsiteX0-323" fmla="*/ 423935 w 11693574"/>
              <a:gd name="connsiteY0-324" fmla="*/ 607 h 1809343"/>
              <a:gd name="connsiteX1-325" fmla="*/ 5870411 w 11693574"/>
              <a:gd name="connsiteY1-326" fmla="*/ 1643974 h 1809343"/>
              <a:gd name="connsiteX2-327" fmla="*/ 11298446 w 11693574"/>
              <a:gd name="connsiteY2-328" fmla="*/ 0 h 1809343"/>
              <a:gd name="connsiteX3-329" fmla="*/ 11693574 w 11693574"/>
              <a:gd name="connsiteY3-330" fmla="*/ 83379 h 1809343"/>
              <a:gd name="connsiteX4-331" fmla="*/ 5880139 w 11693574"/>
              <a:gd name="connsiteY4-332" fmla="*/ 1809343 h 1809343"/>
              <a:gd name="connsiteX5-333" fmla="*/ 0 w 11693574"/>
              <a:gd name="connsiteY5-334" fmla="*/ 45626 h 1809343"/>
              <a:gd name="connsiteX6-335" fmla="*/ 423935 w 11693574"/>
              <a:gd name="connsiteY6-336" fmla="*/ 607 h 1809343"/>
              <a:gd name="connsiteX0-337" fmla="*/ 423935 w 11693574"/>
              <a:gd name="connsiteY0-338" fmla="*/ 607 h 1733143"/>
              <a:gd name="connsiteX1-339" fmla="*/ 5870411 w 11693574"/>
              <a:gd name="connsiteY1-340" fmla="*/ 1643974 h 1733143"/>
              <a:gd name="connsiteX2-341" fmla="*/ 11298446 w 11693574"/>
              <a:gd name="connsiteY2-342" fmla="*/ 0 h 1733143"/>
              <a:gd name="connsiteX3-343" fmla="*/ 11693574 w 11693574"/>
              <a:gd name="connsiteY3-344" fmla="*/ 83379 h 1733143"/>
              <a:gd name="connsiteX4-345" fmla="*/ 5880139 w 11693574"/>
              <a:gd name="connsiteY4-346" fmla="*/ 1733143 h 1733143"/>
              <a:gd name="connsiteX5-347" fmla="*/ 0 w 11693574"/>
              <a:gd name="connsiteY5-348" fmla="*/ 45626 h 1733143"/>
              <a:gd name="connsiteX6-349" fmla="*/ 423935 w 11693574"/>
              <a:gd name="connsiteY6-350" fmla="*/ 607 h 1733143"/>
              <a:gd name="connsiteX0-351" fmla="*/ 423935 w 11709902"/>
              <a:gd name="connsiteY0-352" fmla="*/ 607 h 1733143"/>
              <a:gd name="connsiteX1-353" fmla="*/ 5870411 w 11709902"/>
              <a:gd name="connsiteY1-354" fmla="*/ 1643974 h 1733143"/>
              <a:gd name="connsiteX2-355" fmla="*/ 11298446 w 11709902"/>
              <a:gd name="connsiteY2-356" fmla="*/ 0 h 1733143"/>
              <a:gd name="connsiteX3-357" fmla="*/ 11709902 w 11709902"/>
              <a:gd name="connsiteY3-358" fmla="*/ 83379 h 1733143"/>
              <a:gd name="connsiteX4-359" fmla="*/ 5880139 w 11709902"/>
              <a:gd name="connsiteY4-360" fmla="*/ 1733143 h 1733143"/>
              <a:gd name="connsiteX5-361" fmla="*/ 0 w 11709902"/>
              <a:gd name="connsiteY5-362" fmla="*/ 45626 h 1733143"/>
              <a:gd name="connsiteX6-363" fmla="*/ 423935 w 11709902"/>
              <a:gd name="connsiteY6-364" fmla="*/ 607 h 1733143"/>
              <a:gd name="connsiteX0-365" fmla="*/ 423935 w 11571109"/>
              <a:gd name="connsiteY0-366" fmla="*/ 607 h 1733143"/>
              <a:gd name="connsiteX1-367" fmla="*/ 5870411 w 11571109"/>
              <a:gd name="connsiteY1-368" fmla="*/ 1643974 h 1733143"/>
              <a:gd name="connsiteX2-369" fmla="*/ 11298446 w 11571109"/>
              <a:gd name="connsiteY2-370" fmla="*/ 0 h 1733143"/>
              <a:gd name="connsiteX3-371" fmla="*/ 11571109 w 11571109"/>
              <a:gd name="connsiteY3-372" fmla="*/ 116036 h 1733143"/>
              <a:gd name="connsiteX4-373" fmla="*/ 5880139 w 11571109"/>
              <a:gd name="connsiteY4-374" fmla="*/ 1733143 h 1733143"/>
              <a:gd name="connsiteX5-375" fmla="*/ 0 w 11571109"/>
              <a:gd name="connsiteY5-376" fmla="*/ 45626 h 1733143"/>
              <a:gd name="connsiteX6-377" fmla="*/ 423935 w 11571109"/>
              <a:gd name="connsiteY6-378" fmla="*/ 607 h 1733143"/>
              <a:gd name="connsiteX0-379" fmla="*/ 423935 w 11579274"/>
              <a:gd name="connsiteY0-380" fmla="*/ 607 h 1733143"/>
              <a:gd name="connsiteX1-381" fmla="*/ 5870411 w 11579274"/>
              <a:gd name="connsiteY1-382" fmla="*/ 1643974 h 1733143"/>
              <a:gd name="connsiteX2-383" fmla="*/ 11298446 w 11579274"/>
              <a:gd name="connsiteY2-384" fmla="*/ 0 h 1733143"/>
              <a:gd name="connsiteX3-385" fmla="*/ 11579274 w 11579274"/>
              <a:gd name="connsiteY3-386" fmla="*/ 116036 h 1733143"/>
              <a:gd name="connsiteX4-387" fmla="*/ 5880139 w 11579274"/>
              <a:gd name="connsiteY4-388" fmla="*/ 1733143 h 1733143"/>
              <a:gd name="connsiteX5-389" fmla="*/ 0 w 11579274"/>
              <a:gd name="connsiteY5-390" fmla="*/ 45626 h 1733143"/>
              <a:gd name="connsiteX6-391" fmla="*/ 423935 w 11579274"/>
              <a:gd name="connsiteY6-392" fmla="*/ 607 h 1733143"/>
              <a:gd name="connsiteX0-393" fmla="*/ 423935 w 11579274"/>
              <a:gd name="connsiteY0-394" fmla="*/ 0 h 1732536"/>
              <a:gd name="connsiteX1-395" fmla="*/ 5870411 w 11579274"/>
              <a:gd name="connsiteY1-396" fmla="*/ 1643367 h 1732536"/>
              <a:gd name="connsiteX2-397" fmla="*/ 11233132 w 11579274"/>
              <a:gd name="connsiteY2-398" fmla="*/ 48379 h 1732536"/>
              <a:gd name="connsiteX3-399" fmla="*/ 11579274 w 11579274"/>
              <a:gd name="connsiteY3-400" fmla="*/ 115429 h 1732536"/>
              <a:gd name="connsiteX4-401" fmla="*/ 5880139 w 11579274"/>
              <a:gd name="connsiteY4-402" fmla="*/ 1732536 h 1732536"/>
              <a:gd name="connsiteX5-403" fmla="*/ 0 w 11579274"/>
              <a:gd name="connsiteY5-404" fmla="*/ 45019 h 1732536"/>
              <a:gd name="connsiteX6-405" fmla="*/ 423935 w 11579274"/>
              <a:gd name="connsiteY6-406" fmla="*/ 0 h 1732536"/>
              <a:gd name="connsiteX0-407" fmla="*/ 423935 w 11579274"/>
              <a:gd name="connsiteY0-408" fmla="*/ 0 h 1732536"/>
              <a:gd name="connsiteX1-409" fmla="*/ 5870411 w 11579274"/>
              <a:gd name="connsiteY1-410" fmla="*/ 1643367 h 1732536"/>
              <a:gd name="connsiteX2-411" fmla="*/ 11241297 w 11579274"/>
              <a:gd name="connsiteY2-412" fmla="*/ 32050 h 1732536"/>
              <a:gd name="connsiteX3-413" fmla="*/ 11579274 w 11579274"/>
              <a:gd name="connsiteY3-414" fmla="*/ 115429 h 1732536"/>
              <a:gd name="connsiteX4-415" fmla="*/ 5880139 w 11579274"/>
              <a:gd name="connsiteY4-416" fmla="*/ 1732536 h 1732536"/>
              <a:gd name="connsiteX5-417" fmla="*/ 0 w 11579274"/>
              <a:gd name="connsiteY5-418" fmla="*/ 45019 h 1732536"/>
              <a:gd name="connsiteX6-419" fmla="*/ 423935 w 11579274"/>
              <a:gd name="connsiteY6-420" fmla="*/ 0 h 1732536"/>
              <a:gd name="connsiteX0-421" fmla="*/ 423935 w 11579274"/>
              <a:gd name="connsiteY0-422" fmla="*/ 0 h 1732536"/>
              <a:gd name="connsiteX1-423" fmla="*/ 5870411 w 11579274"/>
              <a:gd name="connsiteY1-424" fmla="*/ 1643367 h 1732536"/>
              <a:gd name="connsiteX2-425" fmla="*/ 11241297 w 11579274"/>
              <a:gd name="connsiteY2-426" fmla="*/ 32050 h 1732536"/>
              <a:gd name="connsiteX3-427" fmla="*/ 11579274 w 11579274"/>
              <a:gd name="connsiteY3-428" fmla="*/ 115429 h 1732536"/>
              <a:gd name="connsiteX4-429" fmla="*/ 5880139 w 11579274"/>
              <a:gd name="connsiteY4-430" fmla="*/ 1732536 h 1732536"/>
              <a:gd name="connsiteX5-431" fmla="*/ 0 w 11579274"/>
              <a:gd name="connsiteY5-432" fmla="*/ 45019 h 1732536"/>
              <a:gd name="connsiteX6-433" fmla="*/ 423935 w 11579274"/>
              <a:gd name="connsiteY6-434" fmla="*/ 0 h 1732536"/>
              <a:gd name="connsiteX0-435" fmla="*/ 423935 w 11579274"/>
              <a:gd name="connsiteY0-436" fmla="*/ 0 h 1732536"/>
              <a:gd name="connsiteX1-437" fmla="*/ 5870411 w 11579274"/>
              <a:gd name="connsiteY1-438" fmla="*/ 1643367 h 1732536"/>
              <a:gd name="connsiteX2-439" fmla="*/ 11224968 w 11579274"/>
              <a:gd name="connsiteY2-440" fmla="*/ 48379 h 1732536"/>
              <a:gd name="connsiteX3-441" fmla="*/ 11579274 w 11579274"/>
              <a:gd name="connsiteY3-442" fmla="*/ 115429 h 1732536"/>
              <a:gd name="connsiteX4-443" fmla="*/ 5880139 w 11579274"/>
              <a:gd name="connsiteY4-444" fmla="*/ 1732536 h 1732536"/>
              <a:gd name="connsiteX5-445" fmla="*/ 0 w 11579274"/>
              <a:gd name="connsiteY5-446" fmla="*/ 45019 h 1732536"/>
              <a:gd name="connsiteX6-447" fmla="*/ 423935 w 11579274"/>
              <a:gd name="connsiteY6-448" fmla="*/ 0 h 1732536"/>
              <a:gd name="connsiteX0-449" fmla="*/ 219828 w 11375167"/>
              <a:gd name="connsiteY0-450" fmla="*/ 0 h 1732536"/>
              <a:gd name="connsiteX1-451" fmla="*/ 5666304 w 11375167"/>
              <a:gd name="connsiteY1-452" fmla="*/ 1643367 h 1732536"/>
              <a:gd name="connsiteX2-453" fmla="*/ 11020861 w 11375167"/>
              <a:gd name="connsiteY2-454" fmla="*/ 48379 h 1732536"/>
              <a:gd name="connsiteX3-455" fmla="*/ 11375167 w 11375167"/>
              <a:gd name="connsiteY3-456" fmla="*/ 115429 h 1732536"/>
              <a:gd name="connsiteX4-457" fmla="*/ 5676032 w 11375167"/>
              <a:gd name="connsiteY4-458" fmla="*/ 1732536 h 1732536"/>
              <a:gd name="connsiteX5-459" fmla="*/ 0 w 11375167"/>
              <a:gd name="connsiteY5-460" fmla="*/ 77676 h 1732536"/>
              <a:gd name="connsiteX6-461" fmla="*/ 219828 w 11375167"/>
              <a:gd name="connsiteY6-462" fmla="*/ 0 h 1732536"/>
              <a:gd name="connsiteX0-463" fmla="*/ 293307 w 11375167"/>
              <a:gd name="connsiteY0-464" fmla="*/ 0 h 1708044"/>
              <a:gd name="connsiteX1-465" fmla="*/ 5666304 w 11375167"/>
              <a:gd name="connsiteY1-466" fmla="*/ 1618875 h 1708044"/>
              <a:gd name="connsiteX2-467" fmla="*/ 11020861 w 11375167"/>
              <a:gd name="connsiteY2-468" fmla="*/ 23887 h 1708044"/>
              <a:gd name="connsiteX3-469" fmla="*/ 11375167 w 11375167"/>
              <a:gd name="connsiteY3-470" fmla="*/ 90937 h 1708044"/>
              <a:gd name="connsiteX4-471" fmla="*/ 5676032 w 11375167"/>
              <a:gd name="connsiteY4-472" fmla="*/ 1708044 h 1708044"/>
              <a:gd name="connsiteX5-473" fmla="*/ 0 w 11375167"/>
              <a:gd name="connsiteY5-474" fmla="*/ 53184 h 1708044"/>
              <a:gd name="connsiteX6-475" fmla="*/ 293307 w 11375167"/>
              <a:gd name="connsiteY6-476" fmla="*/ 0 h 1708044"/>
              <a:gd name="connsiteX0-477" fmla="*/ 317800 w 11375167"/>
              <a:gd name="connsiteY0-478" fmla="*/ 606 h 1684157"/>
              <a:gd name="connsiteX1-479" fmla="*/ 5666304 w 11375167"/>
              <a:gd name="connsiteY1-480" fmla="*/ 1594988 h 1684157"/>
              <a:gd name="connsiteX2-481" fmla="*/ 11020861 w 11375167"/>
              <a:gd name="connsiteY2-482" fmla="*/ 0 h 1684157"/>
              <a:gd name="connsiteX3-483" fmla="*/ 11375167 w 11375167"/>
              <a:gd name="connsiteY3-484" fmla="*/ 67050 h 1684157"/>
              <a:gd name="connsiteX4-485" fmla="*/ 5676032 w 11375167"/>
              <a:gd name="connsiteY4-486" fmla="*/ 1684157 h 1684157"/>
              <a:gd name="connsiteX5-487" fmla="*/ 0 w 11375167"/>
              <a:gd name="connsiteY5-488" fmla="*/ 29297 h 1684157"/>
              <a:gd name="connsiteX6-489" fmla="*/ 317800 w 11375167"/>
              <a:gd name="connsiteY6-490" fmla="*/ 606 h 1684157"/>
              <a:gd name="connsiteX0-491" fmla="*/ 285142 w 11342509"/>
              <a:gd name="connsiteY0-492" fmla="*/ 606 h 1684157"/>
              <a:gd name="connsiteX1-493" fmla="*/ 5633646 w 11342509"/>
              <a:gd name="connsiteY1-494" fmla="*/ 1594988 h 1684157"/>
              <a:gd name="connsiteX2-495" fmla="*/ 10988203 w 11342509"/>
              <a:gd name="connsiteY2-496" fmla="*/ 0 h 1684157"/>
              <a:gd name="connsiteX3-497" fmla="*/ 11342509 w 11342509"/>
              <a:gd name="connsiteY3-498" fmla="*/ 67050 h 1684157"/>
              <a:gd name="connsiteX4-499" fmla="*/ 5643374 w 11342509"/>
              <a:gd name="connsiteY4-500" fmla="*/ 1684157 h 1684157"/>
              <a:gd name="connsiteX5-501" fmla="*/ 0 w 11342509"/>
              <a:gd name="connsiteY5-502" fmla="*/ 29297 h 1684157"/>
              <a:gd name="connsiteX6-503" fmla="*/ 285142 w 11342509"/>
              <a:gd name="connsiteY6-504" fmla="*/ 606 h 1684157"/>
              <a:gd name="connsiteX0-505" fmla="*/ 276977 w 11342509"/>
              <a:gd name="connsiteY0-506" fmla="*/ 0 h 1691715"/>
              <a:gd name="connsiteX1-507" fmla="*/ 5633646 w 11342509"/>
              <a:gd name="connsiteY1-508" fmla="*/ 1602546 h 1691715"/>
              <a:gd name="connsiteX2-509" fmla="*/ 10988203 w 11342509"/>
              <a:gd name="connsiteY2-510" fmla="*/ 7558 h 1691715"/>
              <a:gd name="connsiteX3-511" fmla="*/ 11342509 w 11342509"/>
              <a:gd name="connsiteY3-512" fmla="*/ 74608 h 1691715"/>
              <a:gd name="connsiteX4-513" fmla="*/ 5643374 w 11342509"/>
              <a:gd name="connsiteY4-514" fmla="*/ 1691715 h 1691715"/>
              <a:gd name="connsiteX5-515" fmla="*/ 0 w 11342509"/>
              <a:gd name="connsiteY5-516" fmla="*/ 36855 h 1691715"/>
              <a:gd name="connsiteX6-517" fmla="*/ 276977 w 11342509"/>
              <a:gd name="connsiteY6-518" fmla="*/ 0 h 1691715"/>
              <a:gd name="connsiteX0-519" fmla="*/ 276977 w 11342509"/>
              <a:gd name="connsiteY0-520" fmla="*/ 0 h 1691715"/>
              <a:gd name="connsiteX1-521" fmla="*/ 5633646 w 11342509"/>
              <a:gd name="connsiteY1-522" fmla="*/ 1602546 h 1691715"/>
              <a:gd name="connsiteX2-523" fmla="*/ 11018020 w 11342509"/>
              <a:gd name="connsiteY2-524" fmla="*/ 17498 h 1691715"/>
              <a:gd name="connsiteX3-525" fmla="*/ 11342509 w 11342509"/>
              <a:gd name="connsiteY3-526" fmla="*/ 74608 h 1691715"/>
              <a:gd name="connsiteX4-527" fmla="*/ 5643374 w 11342509"/>
              <a:gd name="connsiteY4-528" fmla="*/ 1691715 h 1691715"/>
              <a:gd name="connsiteX5-529" fmla="*/ 0 w 11342509"/>
              <a:gd name="connsiteY5-530" fmla="*/ 36855 h 1691715"/>
              <a:gd name="connsiteX6-531" fmla="*/ 276977 w 11342509"/>
              <a:gd name="connsiteY6-532" fmla="*/ 0 h 1691715"/>
              <a:gd name="connsiteX0-533" fmla="*/ 276977 w 11342509"/>
              <a:gd name="connsiteY0-534" fmla="*/ 0 h 1691715"/>
              <a:gd name="connsiteX1-535" fmla="*/ 5633646 w 11342509"/>
              <a:gd name="connsiteY1-536" fmla="*/ 1602546 h 1691715"/>
              <a:gd name="connsiteX2-537" fmla="*/ 11018020 w 11342509"/>
              <a:gd name="connsiteY2-538" fmla="*/ 17498 h 1691715"/>
              <a:gd name="connsiteX3-539" fmla="*/ 11342509 w 11342509"/>
              <a:gd name="connsiteY3-540" fmla="*/ 74608 h 1691715"/>
              <a:gd name="connsiteX4-541" fmla="*/ 5643374 w 11342509"/>
              <a:gd name="connsiteY4-542" fmla="*/ 1691715 h 1691715"/>
              <a:gd name="connsiteX5-543" fmla="*/ 0 w 11342509"/>
              <a:gd name="connsiteY5-544" fmla="*/ 36855 h 1691715"/>
              <a:gd name="connsiteX6-545" fmla="*/ 276977 w 11342509"/>
              <a:gd name="connsiteY6-546" fmla="*/ 0 h 1691715"/>
              <a:gd name="connsiteX0-547" fmla="*/ 276977 w 11342509"/>
              <a:gd name="connsiteY0-548" fmla="*/ 0 h 1691715"/>
              <a:gd name="connsiteX1-549" fmla="*/ 5633646 w 11342509"/>
              <a:gd name="connsiteY1-550" fmla="*/ 1602546 h 1691715"/>
              <a:gd name="connsiteX2-551" fmla="*/ 11047837 w 11342509"/>
              <a:gd name="connsiteY2-552" fmla="*/ 17498 h 1691715"/>
              <a:gd name="connsiteX3-553" fmla="*/ 11342509 w 11342509"/>
              <a:gd name="connsiteY3-554" fmla="*/ 74608 h 1691715"/>
              <a:gd name="connsiteX4-555" fmla="*/ 5643374 w 11342509"/>
              <a:gd name="connsiteY4-556" fmla="*/ 1691715 h 1691715"/>
              <a:gd name="connsiteX5-557" fmla="*/ 0 w 11342509"/>
              <a:gd name="connsiteY5-558" fmla="*/ 36855 h 1691715"/>
              <a:gd name="connsiteX6-559" fmla="*/ 276977 w 11342509"/>
              <a:gd name="connsiteY6-560" fmla="*/ 0 h 1691715"/>
              <a:gd name="connsiteX0-561" fmla="*/ 276977 w 11342509"/>
              <a:gd name="connsiteY0-562" fmla="*/ 0 h 1691715"/>
              <a:gd name="connsiteX1-563" fmla="*/ 5633646 w 11342509"/>
              <a:gd name="connsiteY1-564" fmla="*/ 1602546 h 1691715"/>
              <a:gd name="connsiteX2-565" fmla="*/ 11080494 w 11342509"/>
              <a:gd name="connsiteY2-566" fmla="*/ 17498 h 1691715"/>
              <a:gd name="connsiteX3-567" fmla="*/ 11342509 w 11342509"/>
              <a:gd name="connsiteY3-568" fmla="*/ 74608 h 1691715"/>
              <a:gd name="connsiteX4-569" fmla="*/ 5643374 w 11342509"/>
              <a:gd name="connsiteY4-570" fmla="*/ 1691715 h 1691715"/>
              <a:gd name="connsiteX5-571" fmla="*/ 0 w 11342509"/>
              <a:gd name="connsiteY5-572" fmla="*/ 36855 h 1691715"/>
              <a:gd name="connsiteX6-573" fmla="*/ 276977 w 11342509"/>
              <a:gd name="connsiteY6-574" fmla="*/ 0 h 1691715"/>
              <a:gd name="connsiteX0-575" fmla="*/ 276977 w 11342509"/>
              <a:gd name="connsiteY0-576" fmla="*/ 0 h 1691715"/>
              <a:gd name="connsiteX1-577" fmla="*/ 5633646 w 11342509"/>
              <a:gd name="connsiteY1-578" fmla="*/ 1602546 h 1691715"/>
              <a:gd name="connsiteX2-579" fmla="*/ 11080494 w 11342509"/>
              <a:gd name="connsiteY2-580" fmla="*/ 17498 h 1691715"/>
              <a:gd name="connsiteX3-581" fmla="*/ 11342509 w 11342509"/>
              <a:gd name="connsiteY3-582" fmla="*/ 74608 h 1691715"/>
              <a:gd name="connsiteX4-583" fmla="*/ 5643374 w 11342509"/>
              <a:gd name="connsiteY4-584" fmla="*/ 1691715 h 1691715"/>
              <a:gd name="connsiteX5-585" fmla="*/ 0 w 11342509"/>
              <a:gd name="connsiteY5-586" fmla="*/ 36855 h 1691715"/>
              <a:gd name="connsiteX6-587" fmla="*/ 276977 w 11342509"/>
              <a:gd name="connsiteY6-588" fmla="*/ 0 h 1691715"/>
              <a:gd name="connsiteX0-589" fmla="*/ 276977 w 11342509"/>
              <a:gd name="connsiteY0-590" fmla="*/ 0 h 1691715"/>
              <a:gd name="connsiteX1-591" fmla="*/ 5633646 w 11342509"/>
              <a:gd name="connsiteY1-592" fmla="*/ 1602546 h 1691715"/>
              <a:gd name="connsiteX2-593" fmla="*/ 11080494 w 11342509"/>
              <a:gd name="connsiteY2-594" fmla="*/ 17498 h 1691715"/>
              <a:gd name="connsiteX3-595" fmla="*/ 11342509 w 11342509"/>
              <a:gd name="connsiteY3-596" fmla="*/ 74608 h 1691715"/>
              <a:gd name="connsiteX4-597" fmla="*/ 5643374 w 11342509"/>
              <a:gd name="connsiteY4-598" fmla="*/ 1691715 h 1691715"/>
              <a:gd name="connsiteX5-599" fmla="*/ 0 w 11342509"/>
              <a:gd name="connsiteY5-600" fmla="*/ 36855 h 1691715"/>
              <a:gd name="connsiteX6-601" fmla="*/ 276977 w 11342509"/>
              <a:gd name="connsiteY6-602" fmla="*/ 0 h 1691715"/>
              <a:gd name="connsiteX0-603" fmla="*/ 276977 w 11342509"/>
              <a:gd name="connsiteY0-604" fmla="*/ 0 h 1691715"/>
              <a:gd name="connsiteX1-605" fmla="*/ 5643806 w 11342509"/>
              <a:gd name="connsiteY1-606" fmla="*/ 1602546 h 1691715"/>
              <a:gd name="connsiteX2-607" fmla="*/ 11080494 w 11342509"/>
              <a:gd name="connsiteY2-608" fmla="*/ 17498 h 1691715"/>
              <a:gd name="connsiteX3-609" fmla="*/ 11342509 w 11342509"/>
              <a:gd name="connsiteY3-610" fmla="*/ 74608 h 1691715"/>
              <a:gd name="connsiteX4-611" fmla="*/ 5643374 w 11342509"/>
              <a:gd name="connsiteY4-612" fmla="*/ 1691715 h 1691715"/>
              <a:gd name="connsiteX5-613" fmla="*/ 0 w 11342509"/>
              <a:gd name="connsiteY5-614" fmla="*/ 36855 h 1691715"/>
              <a:gd name="connsiteX6-615" fmla="*/ 276977 w 11342509"/>
              <a:gd name="connsiteY6-616" fmla="*/ 0 h 169171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11342509" h="1691715">
                <a:moveTo>
                  <a:pt x="276977" y="0"/>
                </a:moveTo>
                <a:cubicBezTo>
                  <a:pt x="2111519" y="662089"/>
                  <a:pt x="3847364" y="1159532"/>
                  <a:pt x="5643806" y="1602546"/>
                </a:cubicBezTo>
                <a:cubicBezTo>
                  <a:pt x="7519826" y="1121230"/>
                  <a:pt x="9471175" y="643464"/>
                  <a:pt x="11080494" y="17498"/>
                </a:cubicBezTo>
                <a:lnTo>
                  <a:pt x="11342509" y="74608"/>
                </a:lnTo>
                <a:cubicBezTo>
                  <a:pt x="9170201" y="663537"/>
                  <a:pt x="7834732" y="1188511"/>
                  <a:pt x="5643374" y="1691715"/>
                </a:cubicBezTo>
                <a:cubicBezTo>
                  <a:pt x="3393042" y="1200874"/>
                  <a:pt x="2250332" y="651521"/>
                  <a:pt x="0" y="36855"/>
                </a:cubicBezTo>
                <a:lnTo>
                  <a:pt x="276977"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tags/tag1.xml><?xml version="1.0" encoding="utf-8"?>
<p:tagLst xmlns:p="http://schemas.openxmlformats.org/presentationml/2006/main">
  <p:tag name="ISLIDE.GUIDESSETTING" val="{&quot;Id&quot;:null,&quot;Name&quot;:&quot;正常&quot;,&quot;HeaderHeight&quot;:15.0,&quot;FooterHeight&quot;:9.0,&quot;SideMargin&quot;:5.5,&quot;TopMargin&quot;:0.0,&quot;BottomMargin&quot;:0.0,&quot;IntervalMargin&quot;:1.5,&quot;SettingType&quot;:&quot;System&quot;}"/>
</p:tagLst>
</file>

<file path=ppt/theme/theme1.xml><?xml version="1.0" encoding="utf-8"?>
<a:theme xmlns:a="http://schemas.openxmlformats.org/drawingml/2006/main" name="Office 主题​​">
  <a:themeElements>
    <a:clrScheme name="母校模板-终稿">
      <a:dk1>
        <a:srgbClr val="000000"/>
      </a:dk1>
      <a:lt1>
        <a:srgbClr val="FFFFFF"/>
      </a:lt1>
      <a:dk2>
        <a:srgbClr val="768395"/>
      </a:dk2>
      <a:lt2>
        <a:srgbClr val="F0F0F0"/>
      </a:lt2>
      <a:accent1>
        <a:srgbClr val="B92917"/>
      </a:accent1>
      <a:accent2>
        <a:srgbClr val="DA1D1C"/>
      </a:accent2>
      <a:accent3>
        <a:srgbClr val="FF2800"/>
      </a:accent3>
      <a:accent4>
        <a:srgbClr val="FF4F1E"/>
      </a:accent4>
      <a:accent5>
        <a:srgbClr val="979997"/>
      </a:accent5>
      <a:accent6>
        <a:srgbClr val="AD0000"/>
      </a:accent6>
      <a:hlink>
        <a:srgbClr val="4472C4"/>
      </a:hlink>
      <a:folHlink>
        <a:srgbClr val="BFBFBF"/>
      </a:folHlink>
    </a:clrScheme>
    <a:fontScheme name="母校模板">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PLUS">
  <a:themeElements>
    <a:clrScheme name="Office 主题">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1919</Words>
  <Application>WPS 演示</Application>
  <PresentationFormat>宽屏</PresentationFormat>
  <Paragraphs>229</Paragraphs>
  <Slides>18</Slides>
  <Notes>0</Notes>
  <HiddenSlides>0</HiddenSlides>
  <MMClips>0</MMClips>
  <ScaleCrop>false</ScaleCrop>
  <HeadingPairs>
    <vt:vector size="6" baseType="variant">
      <vt:variant>
        <vt:lpstr>已用的字体</vt:lpstr>
      </vt:variant>
      <vt:variant>
        <vt:i4>15</vt:i4>
      </vt:variant>
      <vt:variant>
        <vt:lpstr>主题</vt:lpstr>
      </vt:variant>
      <vt:variant>
        <vt:i4>2</vt:i4>
      </vt:variant>
      <vt:variant>
        <vt:lpstr>幻灯片标题</vt:lpstr>
      </vt:variant>
      <vt:variant>
        <vt:i4>18</vt:i4>
      </vt:variant>
    </vt:vector>
  </HeadingPairs>
  <TitlesOfParts>
    <vt:vector size="35" baseType="lpstr">
      <vt:lpstr>Arial</vt:lpstr>
      <vt:lpstr>宋体</vt:lpstr>
      <vt:lpstr>Wingdings</vt:lpstr>
      <vt:lpstr>微软雅黑</vt:lpstr>
      <vt:lpstr>Calibri</vt:lpstr>
      <vt:lpstr>等线</vt:lpstr>
      <vt:lpstr>Segoe UI</vt:lpstr>
      <vt:lpstr>Segoe UI Light</vt:lpstr>
      <vt:lpstr>Arial</vt:lpstr>
      <vt:lpstr>思源黑体 CN Bold</vt:lpstr>
      <vt:lpstr>黑体</vt:lpstr>
      <vt:lpstr>Impact</vt:lpstr>
      <vt:lpstr>楷体</vt:lpstr>
      <vt:lpstr>宋体</vt:lpstr>
      <vt:lpstr>Arial Unicode MS</vt:lpstr>
      <vt:lpstr>Office 主题​​</vt:lpstr>
      <vt:lpstr>1_OfficePLUS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龙飞 刘</dc:creator>
  <cp:lastModifiedBy>bertha</cp:lastModifiedBy>
  <cp:revision>426</cp:revision>
  <dcterms:created xsi:type="dcterms:W3CDTF">2026-06-03T00:49:28Z</dcterms:created>
  <dcterms:modified xsi:type="dcterms:W3CDTF">2026-06-03T00:49:28Z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Owner">
    <vt:lpwstr>v-yunxl@microsoft.com</vt:lpwstr>
  </property>
  <property fmtid="{D5CDD505-2E9C-101B-9397-08002B2CF9AE}" pid="5" name="MSIP_Label_f42aa342-8706-4288-bd11-ebb85995028c_SetDate">
    <vt:lpwstr>2019-04-12T02:49:58.4174780Z</vt:lpwstr>
  </property>
  <property fmtid="{D5CDD505-2E9C-101B-9397-08002B2CF9AE}" pid="6" name="MSIP_Label_f42aa342-8706-4288-bd11-ebb85995028c_Name">
    <vt:lpwstr>General</vt:lpwstr>
  </property>
  <property fmtid="{D5CDD505-2E9C-101B-9397-08002B2CF9AE}" pid="7" name="MSIP_Label_f42aa342-8706-4288-bd11-ebb85995028c_Application">
    <vt:lpwstr>Microsoft Azure Information Protection</vt:lpwstr>
  </property>
  <property fmtid="{D5CDD505-2E9C-101B-9397-08002B2CF9AE}" pid="8" name="MSIP_Label_f42aa342-8706-4288-bd11-ebb85995028c_ActionId">
    <vt:lpwstr>1ece3977-31ea-4462-b86e-c82828c1a194</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y fmtid="{D5CDD505-2E9C-101B-9397-08002B2CF9AE}" pid="11" name="ICV">
    <vt:lpwstr>BEB8ED3107BD6D271469166A40462BB7_42</vt:lpwstr>
  </property>
  <property fmtid="{D5CDD505-2E9C-101B-9397-08002B2CF9AE}" pid="12" name="KSOProductBuildVer">
    <vt:lpwstr>2052-12.1.0.17900</vt:lpwstr>
  </property>
</Properties>
</file>