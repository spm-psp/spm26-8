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3"/>
  </p:sldMasterIdLst>
  <p:notesMasterIdLst>
    <p:notesMasterId r:id="rId8"/>
  </p:notesMasterIdLst>
  <p:sldIdLst>
    <p:sldId id="419" r:id="rId4"/>
    <p:sldId id="341" r:id="rId5"/>
    <p:sldId id="392" r:id="rId6"/>
    <p:sldId id="1729" r:id="rId7"/>
    <p:sldId id="1730" r:id="rId9"/>
    <p:sldId id="352" r:id="rId10"/>
    <p:sldId id="390" r:id="rId11"/>
    <p:sldId id="353" r:id="rId12"/>
    <p:sldId id="423" r:id="rId13"/>
    <p:sldId id="1787" r:id="rId14"/>
    <p:sldId id="1786" r:id="rId15"/>
    <p:sldId id="1840" r:id="rId16"/>
    <p:sldId id="1841" r:id="rId17"/>
    <p:sldId id="1842" r:id="rId18"/>
    <p:sldId id="1843" r:id="rId19"/>
    <p:sldId id="1844" r:id="rId20"/>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AAD1F020-944B-4C13-A97F-7B6B80C12DD0}">
          <p14:sldIdLst>
            <p14:sldId id="419"/>
          </p14:sldIdLst>
        </p14:section>
        <p14:section name="目录页" id="{A1B3ACC7-B64F-4FC4-B0A5-24271E4B7AAB}">
          <p14:sldIdLst>
            <p14:sldId id="341"/>
          </p14:sldIdLst>
        </p14:section>
        <p14:section name="过渡页" id="{F9AEF331-3448-4878-8CC0-AE1763C71F23}">
          <p14:sldIdLst>
            <p14:sldId id="392"/>
            <p14:sldId id="1729"/>
            <p14:sldId id="1730"/>
            <p14:sldId id="352"/>
            <p14:sldId id="390"/>
            <p14:sldId id="353"/>
            <p14:sldId id="423"/>
            <p14:sldId id="1787"/>
            <p14:sldId id="1786"/>
            <p14:sldId id="1840"/>
            <p14:sldId id="1841"/>
            <p14:sldId id="1842"/>
            <p14:sldId id="1843"/>
            <p14:sldId id="1844"/>
          </p14:sldIdLst>
        </p14:section>
        <p14:section name="三段内容页" id="{8C676258-86C4-4AFE-9104-A88E00469D78}">
          <p14:sldIdLst/>
        </p14:section>
        <p14:section name="四段内容页" id="{55B9FD77-DAF6-4649-8595-8B922BFA7B5F}">
          <p14:sldIdLst/>
        </p14:section>
        <p14:section name="五段内容页" id="{8D74CFDC-2BA1-4FE8-8A0D-B1B65D2961AF}">
          <p14:sldIdLst/>
        </p14:section>
        <p14:section name="六段内容页" id="{369348A9-2776-4E08-BA13-96A88C7CA7F2}">
          <p14:sldIdLst/>
        </p14:section>
        <p14:section name="时间轴" id="{C599B81E-EB0D-4CEB-B9FC-4A27E9B545F9}">
          <p14:sldIdLst/>
        </p14:section>
        <p14:section name="校园特色页（时间轴、内容展示）" id="{B710FB4F-6141-4DA2-98DB-90E986E754EC}">
          <p14:sldIdLst/>
        </p14:section>
        <p14:section name="地图页" id="{D63BA944-DFA2-443F-ACAF-99CE6DAED8FF}">
          <p14:sldIdLst/>
        </p14:section>
        <p14:section name="公式页" id="{D5E5088E-93F4-4FCC-8B8D-2430B9E419F9}">
          <p14:sldIdLst/>
        </p14:section>
        <p14:section name="数据图表页" id="{FBCB13A9-95AD-412A-959F-0F4871E557CE}">
          <p14:sldIdLst/>
        </p14:section>
        <p14:section name="参考文献" id="{FD3FAFDF-B7B8-499F-B906-079D4D62FA9B}">
          <p14:sldIdLst/>
        </p14:section>
        <p14:section name="书籍、名言引用" id="{FB8A3680-E088-4CBA-8B0E-0702885EAB50}">
          <p14:sldIdLst/>
        </p14:section>
        <p14:section name="样机" id="{B35ECF4C-8952-4F6F-AD61-F791B537CF70}">
          <p14:sldIdLst/>
        </p14:section>
        <p14:section name="人物、活动介绍页" id="{3DE91260-CCCE-4B15-92AB-2D0097AACB19}">
          <p14:sldIdLst/>
        </p14:section>
        <p14:section name="尾页" id="{1BC6E771-80BB-4106-A6E8-692DCA0B9682}">
          <p14:sldIdLst/>
        </p14:section>
        <p14:section name="过渡页补充" id="{DDBC2C20-D2C1-4B68-97D4-402FBB18603A}">
          <p14:sldIdLst/>
        </p14:section>
        <p14:section name="使用规范" id="{1CA0B602-8838-4457-A7B0-E1D03FEA9F71}">
          <p14:sldIdLst/>
        </p14:section>
      </p14:sectionLst>
    </p:ext>
    <p:ext uri="{EFAFB233-063F-42B5-8137-9DF3F51BA10A}">
      <p15:sldGuideLst xmlns:p15="http://schemas.microsoft.com/office/powerpoint/2012/main">
        <p15:guide id="2" pos="3778" userDrawn="1">
          <p15:clr>
            <a:srgbClr val="A4A3A4"/>
          </p15:clr>
        </p15:guide>
        <p15:guide id="3" pos="416" userDrawn="1">
          <p15:clr>
            <a:srgbClr val="A4A3A4"/>
          </p15:clr>
        </p15:guide>
        <p15:guide id="4" pos="7252" userDrawn="1">
          <p15:clr>
            <a:srgbClr val="A4A3A4"/>
          </p15:clr>
        </p15:guide>
        <p15:guide id="5" orient="horz" pos="651" userDrawn="1">
          <p15:clr>
            <a:srgbClr val="A4A3A4"/>
          </p15:clr>
        </p15:guide>
        <p15:guide id="7" orient="horz" pos="3940" userDrawn="1">
          <p15:clr>
            <a:srgbClr val="A4A3A4"/>
          </p15:clr>
        </p15:guide>
        <p15:guide id="8" orient="horz" pos="3878" userDrawn="1">
          <p15:clr>
            <a:srgbClr val="A4A3A4"/>
          </p15:clr>
        </p15:guide>
        <p15:guide id="9" pos="756" userDrawn="1">
          <p15:clr>
            <a:srgbClr val="A4A3A4"/>
          </p15:clr>
        </p15:guide>
        <p15:guide id="10" pos="69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D3D1"/>
    <a:srgbClr val="AB2715"/>
    <a:srgbClr val="EBEBEB"/>
    <a:srgbClr val="ECECEC"/>
    <a:srgbClr val="EFEFEF"/>
    <a:srgbClr val="DBDBDB"/>
    <a:srgbClr val="D427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66" autoAdjust="0"/>
    <p:restoredTop sz="94660"/>
  </p:normalViewPr>
  <p:slideViewPr>
    <p:cSldViewPr snapToGrid="0" showGuides="1">
      <p:cViewPr varScale="1">
        <p:scale>
          <a:sx n="77" d="100"/>
          <a:sy n="77" d="100"/>
        </p:scale>
        <p:origin x="739" y="72"/>
      </p:cViewPr>
      <p:guideLst>
        <p:guide pos="3778"/>
        <p:guide pos="416"/>
        <p:guide pos="7252"/>
        <p:guide orient="horz" pos="651"/>
        <p:guide orient="horz" pos="3940"/>
        <p:guide orient="horz" pos="3878"/>
        <p:guide pos="756"/>
        <p:guide pos="6902"/>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notesMaster" Target="notesMasters/notesMaster1.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gs" Target="tags/tag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632318-C54D-4318-8B24-990670BDD16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500C9D-0FE3-4B2B-A9E5-0C7084C3D54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70" name="图片占位符 69"/>
          <p:cNvSpPr>
            <a:spLocks noGrp="1"/>
          </p:cNvSpPr>
          <p:nvPr>
            <p:ph type="pic" sz="quarter" idx="12"/>
          </p:nvPr>
        </p:nvSpPr>
        <p:spPr>
          <a:xfrm>
            <a:off x="5764211" y="2590167"/>
            <a:ext cx="6427787" cy="4237037"/>
          </a:xfrm>
          <a:noFill/>
        </p:spPr>
        <p:txBody>
          <a:bodyPr/>
          <a:lstStyle/>
          <a:p>
            <a:endParaRPr lang="zh-CN" altLang="en-US"/>
          </a:p>
        </p:txBody>
      </p:sp>
      <p:sp>
        <p:nvSpPr>
          <p:cNvPr id="24" name="图片占位符 23"/>
          <p:cNvSpPr>
            <a:spLocks noGrp="1"/>
          </p:cNvSpPr>
          <p:nvPr>
            <p:ph type="pic" sz="quarter" idx="11"/>
          </p:nvPr>
        </p:nvSpPr>
        <p:spPr>
          <a:xfrm>
            <a:off x="0" y="2495268"/>
            <a:ext cx="5764212" cy="4331936"/>
          </a:xfrm>
          <a:noFill/>
        </p:spPr>
        <p:txBody>
          <a:bodyPr/>
          <a:lstStyle/>
          <a:p>
            <a:endParaRPr lang="zh-CN" altLang="en-US"/>
          </a:p>
        </p:txBody>
      </p:sp>
      <p:sp>
        <p:nvSpPr>
          <p:cNvPr id="67" name="图片占位符 66"/>
          <p:cNvSpPr>
            <a:spLocks noGrp="1"/>
          </p:cNvSpPr>
          <p:nvPr>
            <p:ph type="pic" sz="quarter" idx="10"/>
          </p:nvPr>
        </p:nvSpPr>
        <p:spPr>
          <a:xfrm>
            <a:off x="-1" y="1"/>
            <a:ext cx="12191999" cy="4064780"/>
          </a:xfrm>
          <a:custGeom>
            <a:avLst/>
            <a:gdLst>
              <a:gd name="connsiteX0" fmla="*/ 0 w 12179402"/>
              <a:gd name="connsiteY0" fmla="*/ 0 h 4062881"/>
              <a:gd name="connsiteX1" fmla="*/ 12179402 w 12179402"/>
              <a:gd name="connsiteY1" fmla="*/ 0 h 4062881"/>
              <a:gd name="connsiteX2" fmla="*/ 12179402 w 12179402"/>
              <a:gd name="connsiteY2" fmla="*/ 2622353 h 4062881"/>
              <a:gd name="connsiteX3" fmla="*/ 6086489 w 12179402"/>
              <a:gd name="connsiteY3" fmla="*/ 4062881 h 4062881"/>
              <a:gd name="connsiteX4" fmla="*/ 7922 w 12179402"/>
              <a:gd name="connsiteY4" fmla="*/ 2621254 h 4062881"/>
              <a:gd name="connsiteX5" fmla="*/ 0 w 12179402"/>
              <a:gd name="connsiteY5" fmla="*/ 2621254 h 4062881"/>
              <a:gd name="connsiteX6" fmla="*/ 0 w 12179402"/>
              <a:gd name="connsiteY6" fmla="*/ 2619375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9402" h="4062881">
                <a:moveTo>
                  <a:pt x="0" y="0"/>
                </a:moveTo>
                <a:lnTo>
                  <a:pt x="12179402" y="0"/>
                </a:lnTo>
                <a:lnTo>
                  <a:pt x="12179402" y="2622353"/>
                </a:lnTo>
                <a:lnTo>
                  <a:pt x="6086489" y="4062881"/>
                </a:lnTo>
                <a:lnTo>
                  <a:pt x="7922" y="2621254"/>
                </a:lnTo>
                <a:lnTo>
                  <a:pt x="0" y="2621254"/>
                </a:lnTo>
                <a:lnTo>
                  <a:pt x="0" y="2619375"/>
                </a:lnTo>
                <a:close/>
              </a:path>
            </a:pathLst>
          </a:custGeom>
          <a:noFill/>
        </p:spPr>
        <p:txBody>
          <a:bodyPr wrap="square">
            <a:noAutofit/>
          </a:bodyPr>
          <a:lstStyle/>
          <a:p>
            <a:endParaRPr lang="zh-CN" altLang="en-US" dirty="0"/>
          </a:p>
        </p:txBody>
      </p:sp>
      <p:sp>
        <p:nvSpPr>
          <p:cNvPr id="2" name="文本占位符 1"/>
          <p:cNvSpPr>
            <a:spLocks noGrp="1"/>
          </p:cNvSpPr>
          <p:nvPr>
            <p:ph type="body" sz="quarter" idx="13" hasCustomPrompt="1"/>
          </p:nvPr>
        </p:nvSpPr>
        <p:spPr>
          <a:xfrm>
            <a:off x="2351589" y="4243469"/>
            <a:ext cx="7488822" cy="83099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4800" b="1" spc="0">
                <a:solidFill>
                  <a:srgbClr val="000000"/>
                </a:solidFill>
                <a:latin typeface="微软雅黑" panose="020B0703020204020201" pitchFamily="34" charset="-122"/>
                <a:ea typeface="微软雅黑" panose="020B0703020204020201" pitchFamily="34" charset="-122"/>
                <a:sym typeface="微软雅黑" panose="020B0703020204020201" pitchFamily="34"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四川大学毕业答辩</a:t>
            </a:r>
            <a:r>
              <a:rPr lang="en-US" altLang="zh-CN" dirty="0"/>
              <a:t>PPT</a:t>
            </a:r>
            <a:r>
              <a:rPr lang="zh-CN" altLang="en-US" dirty="0"/>
              <a:t>模板</a:t>
            </a:r>
            <a:endParaRPr lang="zh-CN" altLang="en-US" dirty="0"/>
          </a:p>
        </p:txBody>
      </p:sp>
      <p:sp>
        <p:nvSpPr>
          <p:cNvPr id="3" name="文本占位符 2"/>
          <p:cNvSpPr>
            <a:spLocks noGrp="1"/>
          </p:cNvSpPr>
          <p:nvPr>
            <p:ph type="body" sz="quarter" idx="14" hasCustomPrompt="1"/>
          </p:nvPr>
        </p:nvSpPr>
        <p:spPr>
          <a:xfrm>
            <a:off x="2351590" y="4926278"/>
            <a:ext cx="7846510" cy="676944"/>
          </a:xfrm>
          <a:prstGeom prst="rect">
            <a:avLst/>
          </a:prstGeom>
        </p:spPr>
        <p:txBody>
          <a:bodyPr vert="horz" wrap="square" lIns="91440" tIns="45720" rIns="91440" bIns="45720" anchor="ctr" anchorCtr="0">
            <a:no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spc="0">
                <a:solidFill>
                  <a:srgbClr val="717371"/>
                </a:solidFill>
                <a:latin typeface="Arial" panose="020B0604020202020204" pitchFamily="34" charset="0"/>
                <a:ea typeface="微软雅黑" panose="020B0703020204020201"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ctr" defTabSz="914400" rtl="0" eaLnBrk="1" fontAlgn="auto" latinLnBrk="0" hangingPunct="1">
              <a:lnSpc>
                <a:spcPct val="90000"/>
              </a:lnSpc>
              <a:buFont typeface="Arial" panose="020B0604020202020204" pitchFamily="34" charset="0"/>
              <a:buNone/>
              <a:defRPr sz="2000" spc="0">
                <a:solidFill>
                  <a:srgbClr val="717371"/>
                </a:solidFill>
                <a:latin typeface="Arial" panose="020B0604020202020204" pitchFamily="34" charset="0"/>
                <a:ea typeface="微软雅黑" panose="020B0703020204020201" pitchFamily="34" charset="-122"/>
                <a:sym typeface="Arial" panose="020B0604020202020204" pitchFamily="34" charset="0"/>
              </a:defRPr>
            </a:lvl5pPr>
          </a:lstStyle>
          <a:p>
            <a:pPr lvl="0"/>
            <a:r>
              <a:rPr lang="en-US" altLang="zh-CN"/>
              <a:t>PPT Template for Sichuan University graduates</a:t>
            </a:r>
            <a:endParaRPr lang="en-US" altLang="zh-CN"/>
          </a:p>
          <a:p>
            <a:pPr lvl="0"/>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3" name="图片占位符 2"/>
          <p:cNvSpPr>
            <a:spLocks noGrp="1"/>
          </p:cNvSpPr>
          <p:nvPr>
            <p:ph type="pic" idx="10"/>
          </p:nvPr>
        </p:nvSpPr>
        <p:spPr>
          <a:xfrm>
            <a:off x="6" y="10473"/>
            <a:ext cx="12191994" cy="3429000"/>
          </a:xfrm>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7" name="ísḷïḋé"/>
          <p:cNvGrpSpPr/>
          <p:nvPr userDrawn="1"/>
        </p:nvGrpSpPr>
        <p:grpSpPr>
          <a:xfrm>
            <a:off x="2018769" y="-653080"/>
            <a:ext cx="8154462" cy="8164160"/>
            <a:chOff x="1735138" y="2095500"/>
            <a:chExt cx="2667000" cy="2670175"/>
          </a:xfrm>
          <a:solidFill>
            <a:schemeClr val="accent5">
              <a:alpha val="5000"/>
            </a:schemeClr>
          </a:solidFill>
        </p:grpSpPr>
        <p:sp>
          <p:nvSpPr>
            <p:cNvPr id="8" name="iṣ1íḋ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i$ḻïďê"/>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ïṧḻíḓ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śḷïḓê"/>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îṧļîḓè"/>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íṣľîḑê"/>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1îdè"/>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ŝḻiḓe"/>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ślîḓê"/>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ísḻiḓè"/>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íṣľíḍè"/>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íṡ1idé"/>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ŝ1íḋe"/>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ṩ1íďé"/>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22" name="矩形 21"/>
          <p:cNvSpPr/>
          <p:nvPr userDrawn="1"/>
        </p:nvSpPr>
        <p:spPr>
          <a:xfrm>
            <a:off x="313342" y="412399"/>
            <a:ext cx="687563" cy="687563"/>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userDrawn="1"/>
        </p:nvCxnSpPr>
        <p:spPr>
          <a:xfrm>
            <a:off x="654023" y="1130300"/>
            <a:ext cx="0" cy="4041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660344" y="5172075"/>
            <a:ext cx="1" cy="1690409"/>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5" name="等腰三角形 24"/>
          <p:cNvSpPr/>
          <p:nvPr userDrawn="1"/>
        </p:nvSpPr>
        <p:spPr>
          <a:xfrm>
            <a:off x="10872316" y="5535568"/>
            <a:ext cx="1319684" cy="1322432"/>
          </a:xfrm>
          <a:prstGeom prst="triangle">
            <a:avLst>
              <a:gd name="adj"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endParaRPr lang="zh-CN" altLang="en-US" dirty="0"/>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7"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p>
          </p:txBody>
        </p:sp>
        <p:grpSp>
          <p:nvGrpSpPr>
            <p:cNvPr id="9"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pic>
        <p:nvPicPr>
          <p:cNvPr id="28" name="图片 27"/>
          <p:cNvPicPr>
            <a:picLocks noChangeAspect="1"/>
          </p:cNvPicPr>
          <p:nvPr userDrawn="1"/>
        </p:nvPicPr>
        <p:blipFill rotWithShape="1">
          <a:blip r:embed="rId2">
            <a:extLst>
              <a:ext uri="{28A0092B-C50C-407E-A947-70E740481C1C}">
                <a14:useLocalDpi xmlns:a14="http://schemas.microsoft.com/office/drawing/2010/main" val="0"/>
              </a:ext>
            </a:extLst>
          </a:blip>
          <a:srcRect l="55233" b="55096"/>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endParaRPr lang="zh-CN" altLang="en-US" dirty="0"/>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7"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p>
          </p:txBody>
        </p:sp>
        <p:grpSp>
          <p:nvGrpSpPr>
            <p:cNvPr id="9"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pic>
        <p:nvPicPr>
          <p:cNvPr id="28" name="图片 27"/>
          <p:cNvPicPr>
            <a:picLocks noChangeAspect="1"/>
          </p:cNvPicPr>
          <p:nvPr userDrawn="1"/>
        </p:nvPicPr>
        <p:blipFill rotWithShape="1">
          <a:blip r:embed="rId2">
            <a:extLst>
              <a:ext uri="{28A0092B-C50C-407E-A947-70E740481C1C}">
                <a14:useLocalDpi xmlns:a14="http://schemas.microsoft.com/office/drawing/2010/main" val="0"/>
              </a:ext>
            </a:extLst>
          </a:blip>
          <a:srcRect l="55233" b="55096"/>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4"/>
          <p:cNvSpPr>
            <a:spLocks noGrp="1"/>
          </p:cNvSpPr>
          <p:nvPr>
            <p:ph type="pic" sz="quarter" idx="11"/>
          </p:nvPr>
        </p:nvSpPr>
        <p:spPr>
          <a:xfrm>
            <a:off x="1515585" y="2604052"/>
            <a:ext cx="3072650" cy="2316681"/>
          </a:xfrm>
          <a:prstGeom prst="rect">
            <a:avLst/>
          </a:prstGeom>
        </p:spPr>
        <p:txBody>
          <a:bodyPr/>
          <a:lstStyle/>
          <a:p>
            <a:endParaRPr lang="zh-CN" altLang="en-US"/>
          </a:p>
        </p:txBody>
      </p:sp>
      <p:sp>
        <p:nvSpPr>
          <p:cNvPr id="6" name="图片占位符 5"/>
          <p:cNvSpPr>
            <a:spLocks noGrp="1"/>
          </p:cNvSpPr>
          <p:nvPr>
            <p:ph type="pic" sz="quarter" idx="12"/>
          </p:nvPr>
        </p:nvSpPr>
        <p:spPr>
          <a:xfrm>
            <a:off x="4588235" y="2604053"/>
            <a:ext cx="3072650" cy="2316681"/>
          </a:xfrm>
          <a:prstGeom prst="rect">
            <a:avLst/>
          </a:prstGeom>
        </p:spPr>
        <p:txBody>
          <a:bodyPr/>
          <a:lstStyle/>
          <a:p>
            <a:endParaRPr lang="zh-CN" altLang="en-US"/>
          </a:p>
        </p:txBody>
      </p:sp>
      <p:sp>
        <p:nvSpPr>
          <p:cNvPr id="30" name="图片占位符 29"/>
          <p:cNvSpPr>
            <a:spLocks noGrp="1"/>
          </p:cNvSpPr>
          <p:nvPr>
            <p:ph type="pic" sz="quarter" idx="13"/>
          </p:nvPr>
        </p:nvSpPr>
        <p:spPr>
          <a:xfrm>
            <a:off x="7635701" y="2604053"/>
            <a:ext cx="3072650" cy="2316681"/>
          </a:xfrm>
          <a:prstGeom prst="rect">
            <a:avLst/>
          </a:prstGeom>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endParaRPr lang="zh-CN" altLang="en-US" dirty="0"/>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7"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p>
          </p:txBody>
        </p:sp>
        <p:grpSp>
          <p:nvGrpSpPr>
            <p:cNvPr id="9"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pic>
        <p:nvPicPr>
          <p:cNvPr id="28" name="图片 27"/>
          <p:cNvPicPr>
            <a:picLocks noChangeAspect="1"/>
          </p:cNvPicPr>
          <p:nvPr userDrawn="1"/>
        </p:nvPicPr>
        <p:blipFill rotWithShape="1">
          <a:blip r:embed="rId2">
            <a:extLst>
              <a:ext uri="{28A0092B-C50C-407E-A947-70E740481C1C}">
                <a14:useLocalDpi xmlns:a14="http://schemas.microsoft.com/office/drawing/2010/main" val="0"/>
              </a:ext>
            </a:extLst>
          </a:blip>
          <a:srcRect l="55233" b="55096"/>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4"/>
          <p:cNvSpPr>
            <a:spLocks noGrp="1"/>
          </p:cNvSpPr>
          <p:nvPr>
            <p:ph type="pic" sz="quarter" idx="11"/>
          </p:nvPr>
        </p:nvSpPr>
        <p:spPr>
          <a:xfrm>
            <a:off x="1077966" y="1647055"/>
            <a:ext cx="3505504" cy="4487045"/>
          </a:xfrm>
          <a:prstGeom prst="rect">
            <a:avLst/>
          </a:prstGeom>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endParaRPr lang="zh-CN" altLang="en-US" dirty="0"/>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7"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p>
          </p:txBody>
        </p:sp>
        <p:grpSp>
          <p:nvGrpSpPr>
            <p:cNvPr id="9"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pic>
        <p:nvPicPr>
          <p:cNvPr id="28" name="图片 27"/>
          <p:cNvPicPr>
            <a:picLocks noChangeAspect="1"/>
          </p:cNvPicPr>
          <p:nvPr userDrawn="1"/>
        </p:nvPicPr>
        <p:blipFill rotWithShape="1">
          <a:blip r:embed="rId2">
            <a:extLst>
              <a:ext uri="{28A0092B-C50C-407E-A947-70E740481C1C}">
                <a14:useLocalDpi xmlns:a14="http://schemas.microsoft.com/office/drawing/2010/main" val="0"/>
              </a:ext>
            </a:extLst>
          </a:blip>
          <a:srcRect l="55233" b="55096"/>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图片占位符 5"/>
          <p:cNvSpPr>
            <a:spLocks noGrp="1"/>
          </p:cNvSpPr>
          <p:nvPr>
            <p:ph type="pic" sz="quarter" idx="12"/>
          </p:nvPr>
        </p:nvSpPr>
        <p:spPr>
          <a:xfrm>
            <a:off x="5481" y="1979880"/>
            <a:ext cx="3136900" cy="2247900"/>
          </a:xfrm>
          <a:prstGeom prst="rect">
            <a:avLst/>
          </a:prstGeom>
        </p:spPr>
        <p:txBody>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endParaRPr lang="zh-CN" altLang="en-US" dirty="0"/>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7"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p>
          </p:txBody>
        </p:sp>
        <p:grpSp>
          <p:nvGrpSpPr>
            <p:cNvPr id="9"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pic>
        <p:nvPicPr>
          <p:cNvPr id="28" name="图片 27"/>
          <p:cNvPicPr>
            <a:picLocks noChangeAspect="1"/>
          </p:cNvPicPr>
          <p:nvPr userDrawn="1"/>
        </p:nvPicPr>
        <p:blipFill rotWithShape="1">
          <a:blip r:embed="rId2">
            <a:extLst>
              <a:ext uri="{28A0092B-C50C-407E-A947-70E740481C1C}">
                <a14:useLocalDpi xmlns:a14="http://schemas.microsoft.com/office/drawing/2010/main" val="0"/>
              </a:ext>
            </a:extLst>
          </a:blip>
          <a:srcRect l="55233" b="55096"/>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4"/>
          <p:cNvSpPr>
            <a:spLocks noGrp="1"/>
          </p:cNvSpPr>
          <p:nvPr>
            <p:ph type="pic" sz="quarter" idx="11"/>
          </p:nvPr>
        </p:nvSpPr>
        <p:spPr>
          <a:xfrm>
            <a:off x="4207565" y="2828178"/>
            <a:ext cx="3776870" cy="2146852"/>
          </a:xfrm>
          <a:prstGeom prst="rect">
            <a:avLst/>
          </a:prstGeom>
        </p:spPr>
        <p:txBody>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endParaRPr lang="zh-CN" altLang="en-US" dirty="0"/>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7"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p>
          </p:txBody>
        </p:sp>
        <p:grpSp>
          <p:nvGrpSpPr>
            <p:cNvPr id="9"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pic>
        <p:nvPicPr>
          <p:cNvPr id="28" name="图片 27"/>
          <p:cNvPicPr>
            <a:picLocks noChangeAspect="1"/>
          </p:cNvPicPr>
          <p:nvPr userDrawn="1"/>
        </p:nvPicPr>
        <p:blipFill rotWithShape="1">
          <a:blip r:embed="rId2">
            <a:extLst>
              <a:ext uri="{28A0092B-C50C-407E-A947-70E740481C1C}">
                <a14:useLocalDpi xmlns:a14="http://schemas.microsoft.com/office/drawing/2010/main" val="0"/>
              </a:ext>
            </a:extLst>
          </a:blip>
          <a:srcRect l="55233" b="55096"/>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4"/>
          <p:cNvSpPr>
            <a:spLocks noGrp="1"/>
          </p:cNvSpPr>
          <p:nvPr>
            <p:ph type="pic" sz="quarter" idx="11"/>
          </p:nvPr>
        </p:nvSpPr>
        <p:spPr>
          <a:xfrm>
            <a:off x="1683830" y="1971819"/>
            <a:ext cx="2003744" cy="1252340"/>
          </a:xfrm>
          <a:prstGeom prst="rect">
            <a:avLst/>
          </a:prstGeom>
        </p:spPr>
        <p:txBody>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endParaRPr lang="zh-CN" altLang="en-US" dirty="0"/>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7"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p>
          </p:txBody>
        </p:sp>
        <p:grpSp>
          <p:nvGrpSpPr>
            <p:cNvPr id="9"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pic>
        <p:nvPicPr>
          <p:cNvPr id="28" name="图片 27"/>
          <p:cNvPicPr>
            <a:picLocks noChangeAspect="1"/>
          </p:cNvPicPr>
          <p:nvPr userDrawn="1"/>
        </p:nvPicPr>
        <p:blipFill rotWithShape="1">
          <a:blip r:embed="rId2">
            <a:extLst>
              <a:ext uri="{28A0092B-C50C-407E-A947-70E740481C1C}">
                <a14:useLocalDpi xmlns:a14="http://schemas.microsoft.com/office/drawing/2010/main" val="0"/>
              </a:ext>
            </a:extLst>
          </a:blip>
          <a:srcRect l="55233" b="55096"/>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4"/>
          <p:cNvSpPr>
            <a:spLocks noGrp="1"/>
          </p:cNvSpPr>
          <p:nvPr>
            <p:ph type="pic" sz="quarter" idx="11"/>
          </p:nvPr>
        </p:nvSpPr>
        <p:spPr>
          <a:xfrm>
            <a:off x="4406254" y="1701000"/>
            <a:ext cx="3456000" cy="3456000"/>
          </a:xfrm>
          <a:prstGeom prst="rect">
            <a:avLst/>
          </a:prstGeom>
        </p:spPr>
        <p:txBody>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3" name="文本占位符 32"/>
          <p:cNvSpPr>
            <a:spLocks noGrp="1"/>
          </p:cNvSpPr>
          <p:nvPr>
            <p:ph type="body" sz="quarter" idx="10" hasCustomPrompt="1"/>
          </p:nvPr>
        </p:nvSpPr>
        <p:spPr>
          <a:xfrm>
            <a:off x="1587197" y="340254"/>
            <a:ext cx="3944854"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endParaRPr lang="zh-CN" altLang="en-US" dirty="0"/>
          </a:p>
        </p:txBody>
      </p:sp>
      <p:cxnSp>
        <p:nvCxnSpPr>
          <p:cNvPr id="4" name="直接连接符 3"/>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9778483" y="337454"/>
            <a:ext cx="1740417" cy="533025"/>
            <a:chOff x="9778483" y="337454"/>
            <a:chExt cx="1740417" cy="533025"/>
          </a:xfrm>
        </p:grpSpPr>
        <p:grpSp>
          <p:nvGrpSpPr>
            <p:cNvPr id="7" name="íślïdé"/>
            <p:cNvGrpSpPr/>
            <p:nvPr/>
          </p:nvGrpSpPr>
          <p:grpSpPr>
            <a:xfrm>
              <a:off x="9778483" y="337454"/>
              <a:ext cx="532392" cy="533025"/>
              <a:chOff x="1735138" y="2095500"/>
              <a:chExt cx="2667000" cy="2670175"/>
            </a:xfrm>
            <a:solidFill>
              <a:schemeClr val="accent1"/>
            </a:solidFill>
          </p:grpSpPr>
          <p:sp>
            <p:nvSpPr>
              <p:cNvPr id="14"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8"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p>
          </p:txBody>
        </p:sp>
        <p:grpSp>
          <p:nvGrpSpPr>
            <p:cNvPr id="9" name="í$ļîdé"/>
            <p:cNvGrpSpPr/>
            <p:nvPr/>
          </p:nvGrpSpPr>
          <p:grpSpPr>
            <a:xfrm>
              <a:off x="10450629" y="404003"/>
              <a:ext cx="1011546" cy="270315"/>
              <a:chOff x="5102226" y="2428875"/>
              <a:chExt cx="5067300" cy="1354138"/>
            </a:xfrm>
            <a:solidFill>
              <a:srgbClr val="0A0A0A"/>
            </a:solidFill>
          </p:grpSpPr>
          <p:sp>
            <p:nvSpPr>
              <p:cNvPr id="10"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pic>
        <p:nvPicPr>
          <p:cNvPr id="28" name="图片 27"/>
          <p:cNvPicPr>
            <a:picLocks noChangeAspect="1"/>
          </p:cNvPicPr>
          <p:nvPr userDrawn="1"/>
        </p:nvPicPr>
        <p:blipFill rotWithShape="1">
          <a:blip r:embed="rId2">
            <a:extLst>
              <a:ext uri="{28A0092B-C50C-407E-A947-70E740481C1C}">
                <a14:useLocalDpi xmlns:a14="http://schemas.microsoft.com/office/drawing/2010/main" val="0"/>
              </a:ext>
            </a:extLst>
          </a:blip>
          <a:srcRect l="55233" b="55096"/>
          <a:stretch>
            <a:fillRect/>
          </a:stretch>
        </p:blipFill>
        <p:spPr>
          <a:xfrm>
            <a:off x="-1" y="-111239"/>
            <a:ext cx="1520613" cy="1143934"/>
          </a:xfrm>
          <a:prstGeom prst="rect">
            <a:avLst/>
          </a:prstGeom>
        </p:spPr>
      </p:pic>
      <p:pic>
        <p:nvPicPr>
          <p:cNvPr id="29" name="图片 28"/>
          <p:cNvPicPr>
            <a:picLocks noChangeAspect="1"/>
          </p:cNvPicPr>
          <p:nvPr userDrawn="1"/>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4531283"/>
            <a:ext cx="12192000" cy="2323704"/>
          </a:xfrm>
          <a:prstGeom prst="rect">
            <a:avLst/>
          </a:prstGeom>
        </p:spPr>
      </p:pic>
      <p:sp>
        <p:nvSpPr>
          <p:cNvPr id="2" name="矩形 1"/>
          <p:cNvSpPr/>
          <p:nvPr userDrawn="1"/>
        </p:nvSpPr>
        <p:spPr>
          <a:xfrm>
            <a:off x="0" y="1028700"/>
            <a:ext cx="12192000" cy="5829300"/>
          </a:xfrm>
          <a:prstGeom prst="rect">
            <a:avLst/>
          </a:prstGeom>
          <a:gradFill>
            <a:gsLst>
              <a:gs pos="0">
                <a:schemeClr val="bg1">
                  <a:alpha val="0"/>
                </a:schemeClr>
              </a:gs>
              <a:gs pos="50000">
                <a:schemeClr val="bg1">
                  <a:alpha val="20000"/>
                </a:schemeClr>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4"/>
          <p:cNvSpPr>
            <a:spLocks noGrp="1"/>
          </p:cNvSpPr>
          <p:nvPr>
            <p:ph type="pic" sz="quarter" idx="11"/>
          </p:nvPr>
        </p:nvSpPr>
        <p:spPr>
          <a:xfrm>
            <a:off x="0" y="1130301"/>
            <a:ext cx="12192000" cy="2402587"/>
          </a:xfrm>
          <a:prstGeom prst="rect">
            <a:avLst/>
          </a:prstGeom>
        </p:spPr>
        <p:txBody>
          <a:bodyPr/>
          <a:lstStyle/>
          <a:p>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grpSp>
        <p:nvGrpSpPr>
          <p:cNvPr id="2" name="组合 1"/>
          <p:cNvGrpSpPr/>
          <p:nvPr userDrawn="1"/>
        </p:nvGrpSpPr>
        <p:grpSpPr>
          <a:xfrm>
            <a:off x="9778483" y="337454"/>
            <a:ext cx="1740417" cy="533025"/>
            <a:chOff x="9778483" y="337454"/>
            <a:chExt cx="1740417" cy="533025"/>
          </a:xfrm>
        </p:grpSpPr>
        <p:grpSp>
          <p:nvGrpSpPr>
            <p:cNvPr id="4" name="íślïdé"/>
            <p:cNvGrpSpPr/>
            <p:nvPr/>
          </p:nvGrpSpPr>
          <p:grpSpPr>
            <a:xfrm>
              <a:off x="9778483" y="337454"/>
              <a:ext cx="532392" cy="533025"/>
              <a:chOff x="1735138" y="2095500"/>
              <a:chExt cx="2667000" cy="2670175"/>
            </a:xfrm>
            <a:solidFill>
              <a:schemeClr val="accent1"/>
            </a:solidFill>
          </p:grpSpPr>
          <p:sp>
            <p:nvSpPr>
              <p:cNvPr id="11"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5"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p>
          </p:txBody>
        </p:sp>
        <p:grpSp>
          <p:nvGrpSpPr>
            <p:cNvPr id="6" name="í$ļîdé"/>
            <p:cNvGrpSpPr/>
            <p:nvPr/>
          </p:nvGrpSpPr>
          <p:grpSpPr>
            <a:xfrm>
              <a:off x="10450629" y="404003"/>
              <a:ext cx="1011546" cy="270315"/>
              <a:chOff x="5102226" y="2428875"/>
              <a:chExt cx="5067300" cy="1354138"/>
            </a:xfrm>
            <a:solidFill>
              <a:srgbClr val="0A0A0A"/>
            </a:solidFill>
          </p:grpSpPr>
          <p:sp>
            <p:nvSpPr>
              <p:cNvPr id="7"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pic>
        <p:nvPicPr>
          <p:cNvPr id="25" name="图片 24"/>
          <p:cNvPicPr>
            <a:picLocks noChangeAspect="1"/>
          </p:cNvPicPr>
          <p:nvPr userDrawn="1"/>
        </p:nvPicPr>
        <p:blipFill rotWithShape="1">
          <a:blip r:embed="rId2">
            <a:extLst>
              <a:ext uri="{28A0092B-C50C-407E-A947-70E740481C1C}">
                <a14:useLocalDpi xmlns:a14="http://schemas.microsoft.com/office/drawing/2010/main" val="0"/>
              </a:ext>
            </a:extLst>
          </a:blip>
          <a:srcRect l="55233" b="55096"/>
          <a:stretch>
            <a:fillRect/>
          </a:stretch>
        </p:blipFill>
        <p:spPr>
          <a:xfrm>
            <a:off x="-1" y="-111239"/>
            <a:ext cx="1520613" cy="1143934"/>
          </a:xfrm>
          <a:prstGeom prst="rect">
            <a:avLst/>
          </a:prstGeom>
        </p:spPr>
      </p:pic>
      <p:sp>
        <p:nvSpPr>
          <p:cNvPr id="26" name="文本占位符 32"/>
          <p:cNvSpPr>
            <a:spLocks noGrp="1"/>
          </p:cNvSpPr>
          <p:nvPr userDrawn="1">
            <p:ph type="body" sz="quarter" idx="11" hasCustomPrompt="1"/>
          </p:nvPr>
        </p:nvSpPr>
        <p:spPr>
          <a:xfrm>
            <a:off x="1587196" y="340254"/>
            <a:ext cx="3748209"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endParaRPr lang="zh-CN" altLang="en-US" dirty="0"/>
          </a:p>
        </p:txBody>
      </p:sp>
      <p:cxnSp>
        <p:nvCxnSpPr>
          <p:cNvPr id="27" name="直接连接符 26"/>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grpSp>
        <p:nvGrpSpPr>
          <p:cNvPr id="2" name="组合 1"/>
          <p:cNvGrpSpPr/>
          <p:nvPr userDrawn="1"/>
        </p:nvGrpSpPr>
        <p:grpSpPr>
          <a:xfrm>
            <a:off x="9778483" y="337454"/>
            <a:ext cx="1740417" cy="533025"/>
            <a:chOff x="9778483" y="337454"/>
            <a:chExt cx="1740417" cy="533025"/>
          </a:xfrm>
        </p:grpSpPr>
        <p:grpSp>
          <p:nvGrpSpPr>
            <p:cNvPr id="4" name="íślïdé"/>
            <p:cNvGrpSpPr/>
            <p:nvPr/>
          </p:nvGrpSpPr>
          <p:grpSpPr>
            <a:xfrm>
              <a:off x="9778483" y="337454"/>
              <a:ext cx="532392" cy="533025"/>
              <a:chOff x="1735138" y="2095500"/>
              <a:chExt cx="2667000" cy="2670175"/>
            </a:xfrm>
            <a:solidFill>
              <a:schemeClr val="accent1"/>
            </a:solidFill>
          </p:grpSpPr>
          <p:sp>
            <p:nvSpPr>
              <p:cNvPr id="11"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5"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solidFill>
              <a:srgbClr val="0A0A0A"/>
            </a:solidFill>
            <a:ln>
              <a:noFill/>
            </a:ln>
          </p:spPr>
          <p:txBody>
            <a:bodyPr anchor="ctr"/>
            <a:lstStyle/>
            <a:p>
              <a:pPr algn="ctr"/>
            </a:p>
          </p:txBody>
        </p:sp>
        <p:grpSp>
          <p:nvGrpSpPr>
            <p:cNvPr id="6" name="í$ļîdé"/>
            <p:cNvGrpSpPr/>
            <p:nvPr/>
          </p:nvGrpSpPr>
          <p:grpSpPr>
            <a:xfrm>
              <a:off x="10450629" y="404003"/>
              <a:ext cx="1011546" cy="270315"/>
              <a:chOff x="5102226" y="2428875"/>
              <a:chExt cx="5067300" cy="1354138"/>
            </a:xfrm>
            <a:solidFill>
              <a:srgbClr val="0A0A0A"/>
            </a:solidFill>
          </p:grpSpPr>
          <p:sp>
            <p:nvSpPr>
              <p:cNvPr id="7"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pic>
        <p:nvPicPr>
          <p:cNvPr id="25" name="图片 24"/>
          <p:cNvPicPr>
            <a:picLocks noChangeAspect="1"/>
          </p:cNvPicPr>
          <p:nvPr userDrawn="1"/>
        </p:nvPicPr>
        <p:blipFill rotWithShape="1">
          <a:blip r:embed="rId2">
            <a:extLst>
              <a:ext uri="{28A0092B-C50C-407E-A947-70E740481C1C}">
                <a14:useLocalDpi xmlns:a14="http://schemas.microsoft.com/office/drawing/2010/main" val="0"/>
              </a:ext>
            </a:extLst>
          </a:blip>
          <a:srcRect l="55233" b="55096"/>
          <a:stretch>
            <a:fillRect/>
          </a:stretch>
        </p:blipFill>
        <p:spPr>
          <a:xfrm>
            <a:off x="-1" y="-111239"/>
            <a:ext cx="1520613" cy="1143934"/>
          </a:xfrm>
          <a:prstGeom prst="rect">
            <a:avLst/>
          </a:prstGeom>
        </p:spPr>
      </p:pic>
      <p:sp>
        <p:nvSpPr>
          <p:cNvPr id="26" name="文本占位符 32"/>
          <p:cNvSpPr>
            <a:spLocks noGrp="1"/>
          </p:cNvSpPr>
          <p:nvPr userDrawn="1">
            <p:ph type="body" sz="quarter" idx="11" hasCustomPrompt="1"/>
          </p:nvPr>
        </p:nvSpPr>
        <p:spPr>
          <a:xfrm>
            <a:off x="1587196" y="340254"/>
            <a:ext cx="3748209" cy="530225"/>
          </a:xfrm>
        </p:spPr>
        <p:txBody>
          <a:bodyPr lIns="0" rIns="0">
            <a:noAutofit/>
          </a:bodyPr>
          <a:lstStyle>
            <a:lvl1pPr marL="0" indent="0">
              <a:buNone/>
              <a:defRPr sz="36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请输入你的标题</a:t>
            </a:r>
            <a:endParaRPr lang="zh-CN" altLang="en-US" dirty="0"/>
          </a:p>
        </p:txBody>
      </p:sp>
      <p:cxnSp>
        <p:nvCxnSpPr>
          <p:cNvPr id="27" name="直接连接符 26"/>
          <p:cNvCxnSpPr/>
          <p:nvPr userDrawn="1"/>
        </p:nvCxnSpPr>
        <p:spPr>
          <a:xfrm>
            <a:off x="1083902" y="1028700"/>
            <a:ext cx="11108098"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图片占位符 2"/>
          <p:cNvSpPr>
            <a:spLocks noGrp="1"/>
          </p:cNvSpPr>
          <p:nvPr>
            <p:ph type="pic" sz="quarter" idx="12"/>
          </p:nvPr>
        </p:nvSpPr>
        <p:spPr>
          <a:xfrm>
            <a:off x="6151925" y="2036531"/>
            <a:ext cx="6785436" cy="3981033"/>
          </a:xfrm>
          <a:prstGeom prst="rect">
            <a:avLst/>
          </a:prstGeom>
        </p:spPr>
        <p:txBody>
          <a:bodyPr/>
          <a:lstStyle/>
          <a:p>
            <a:endParaRPr lang="zh-CN" altLang="en-US"/>
          </a:p>
        </p:txBody>
      </p:sp>
      <p:sp>
        <p:nvSpPr>
          <p:cNvPr id="28" name="图片占位符 27"/>
          <p:cNvSpPr>
            <a:spLocks noGrp="1"/>
          </p:cNvSpPr>
          <p:nvPr>
            <p:ph type="pic" sz="quarter" idx="13"/>
          </p:nvPr>
        </p:nvSpPr>
        <p:spPr>
          <a:xfrm>
            <a:off x="3378574" y="2525156"/>
            <a:ext cx="4084674" cy="1902117"/>
          </a:xfrm>
          <a:prstGeom prst="rect">
            <a:avLst/>
          </a:prstGeom>
        </p:spPr>
        <p:txBody>
          <a:bodyPr/>
          <a:lstStyle/>
          <a:p>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5A863DF-B9E4-4586-93FD-95547E6FD0D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AC6B931-9FE5-4530-B16B-DC33AD6A337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5A863DF-B9E4-4586-93FD-95547E6FD0D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AC6B931-9FE5-4530-B16B-DC33AD6A3370}" type="slidenum">
              <a:rPr lang="zh-CN" altLang="en-US" smtClean="0"/>
            </a:fld>
            <a:endParaRPr lang="zh-CN" altLang="en-US"/>
          </a:p>
        </p:txBody>
      </p:sp>
      <p:sp>
        <p:nvSpPr>
          <p:cNvPr id="5" name="图片占位符 4"/>
          <p:cNvSpPr>
            <a:spLocks noGrp="1"/>
          </p:cNvSpPr>
          <p:nvPr>
            <p:ph type="pic" idx="13"/>
          </p:nvPr>
        </p:nvSpPr>
        <p:spPr>
          <a:xfrm>
            <a:off x="372253" y="10887"/>
            <a:ext cx="9759697" cy="6858000"/>
          </a:xfrm>
        </p:spPr>
        <p:txBody>
          <a:bodyPr/>
          <a:lstStyle/>
          <a:p>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5A863DF-B9E4-4586-93FD-95547E6FD0D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AC6B931-9FE5-4530-B16B-DC33AD6A3370}" type="slidenum">
              <a:rPr lang="zh-CN" altLang="en-US" smtClean="0"/>
            </a:fld>
            <a:endParaRPr lang="zh-CN" altLang="en-US"/>
          </a:p>
        </p:txBody>
      </p:sp>
      <p:sp>
        <p:nvSpPr>
          <p:cNvPr id="5" name="图片占位符 4"/>
          <p:cNvSpPr>
            <a:spLocks noGrp="1"/>
          </p:cNvSpPr>
          <p:nvPr>
            <p:ph type="pic" idx="13"/>
          </p:nvPr>
        </p:nvSpPr>
        <p:spPr>
          <a:xfrm>
            <a:off x="838200" y="0"/>
            <a:ext cx="5098694" cy="6851507"/>
          </a:xfrm>
        </p:spPr>
        <p:txBody>
          <a:bodyPr/>
          <a:lstStyle/>
          <a:p>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尾页">
    <p:spTree>
      <p:nvGrpSpPr>
        <p:cNvPr id="1" name=""/>
        <p:cNvGrpSpPr/>
        <p:nvPr/>
      </p:nvGrpSpPr>
      <p:grpSpPr>
        <a:xfrm>
          <a:off x="0" y="0"/>
          <a:ext cx="0" cy="0"/>
          <a:chOff x="0" y="0"/>
          <a:chExt cx="0" cy="0"/>
        </a:xfrm>
      </p:grpSpPr>
      <p:sp>
        <p:nvSpPr>
          <p:cNvPr id="33" name="图片占位符 69"/>
          <p:cNvSpPr>
            <a:spLocks noGrp="1"/>
          </p:cNvSpPr>
          <p:nvPr>
            <p:ph type="pic" sz="quarter" idx="12"/>
          </p:nvPr>
        </p:nvSpPr>
        <p:spPr>
          <a:xfrm>
            <a:off x="5764211" y="2590167"/>
            <a:ext cx="6427787" cy="4237037"/>
          </a:xfrm>
          <a:noFill/>
        </p:spPr>
        <p:txBody>
          <a:bodyPr/>
          <a:lstStyle/>
          <a:p>
            <a:endParaRPr lang="zh-CN" altLang="en-US"/>
          </a:p>
        </p:txBody>
      </p:sp>
      <p:sp>
        <p:nvSpPr>
          <p:cNvPr id="34" name="图片占位符 23"/>
          <p:cNvSpPr>
            <a:spLocks noGrp="1"/>
          </p:cNvSpPr>
          <p:nvPr>
            <p:ph type="pic" sz="quarter" idx="11"/>
          </p:nvPr>
        </p:nvSpPr>
        <p:spPr>
          <a:xfrm>
            <a:off x="0" y="2495268"/>
            <a:ext cx="5764212" cy="4331936"/>
          </a:xfrm>
          <a:noFill/>
        </p:spPr>
        <p:txBody>
          <a:bodyPr/>
          <a:lstStyle/>
          <a:p>
            <a:endParaRPr lang="zh-CN" altLang="en-US"/>
          </a:p>
        </p:txBody>
      </p:sp>
      <p:sp>
        <p:nvSpPr>
          <p:cNvPr id="35" name="图片占位符 34"/>
          <p:cNvSpPr>
            <a:spLocks noGrp="1"/>
          </p:cNvSpPr>
          <p:nvPr>
            <p:ph type="pic" sz="quarter" idx="10"/>
          </p:nvPr>
        </p:nvSpPr>
        <p:spPr>
          <a:xfrm>
            <a:off x="-1" y="1"/>
            <a:ext cx="12191999" cy="4064780"/>
          </a:xfrm>
          <a:custGeom>
            <a:avLst/>
            <a:gdLst>
              <a:gd name="connsiteX0" fmla="*/ 0 w 12179402"/>
              <a:gd name="connsiteY0" fmla="*/ 0 h 4062881"/>
              <a:gd name="connsiteX1" fmla="*/ 12179402 w 12179402"/>
              <a:gd name="connsiteY1" fmla="*/ 0 h 4062881"/>
              <a:gd name="connsiteX2" fmla="*/ 12179402 w 12179402"/>
              <a:gd name="connsiteY2" fmla="*/ 2622353 h 4062881"/>
              <a:gd name="connsiteX3" fmla="*/ 6086489 w 12179402"/>
              <a:gd name="connsiteY3" fmla="*/ 4062881 h 4062881"/>
              <a:gd name="connsiteX4" fmla="*/ 7922 w 12179402"/>
              <a:gd name="connsiteY4" fmla="*/ 2621254 h 4062881"/>
              <a:gd name="connsiteX5" fmla="*/ 0 w 12179402"/>
              <a:gd name="connsiteY5" fmla="*/ 2621254 h 4062881"/>
              <a:gd name="connsiteX6" fmla="*/ 0 w 12179402"/>
              <a:gd name="connsiteY6" fmla="*/ 2619375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9402" h="4062881">
                <a:moveTo>
                  <a:pt x="0" y="0"/>
                </a:moveTo>
                <a:lnTo>
                  <a:pt x="12179402" y="0"/>
                </a:lnTo>
                <a:lnTo>
                  <a:pt x="12179402" y="2622353"/>
                </a:lnTo>
                <a:lnTo>
                  <a:pt x="6086489" y="4062881"/>
                </a:lnTo>
                <a:lnTo>
                  <a:pt x="7922" y="2621254"/>
                </a:lnTo>
                <a:lnTo>
                  <a:pt x="0" y="2621254"/>
                </a:lnTo>
                <a:lnTo>
                  <a:pt x="0" y="2619375"/>
                </a:lnTo>
                <a:close/>
              </a:path>
            </a:pathLst>
          </a:custGeom>
          <a:noFill/>
        </p:spPr>
        <p:txBody>
          <a:bodyPr wrap="square">
            <a:noAutofit/>
          </a:bodyPr>
          <a:lstStyle/>
          <a:p>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duotone>
              <a:schemeClr val="bg2">
                <a:shade val="45000"/>
                <a:satMod val="135000"/>
              </a:schemeClr>
              <a:prstClr val="white"/>
            </a:duotone>
          </a:blip>
          <a:srcRect r="27993"/>
          <a:stretch>
            <a:fillRect/>
          </a:stretch>
        </p:blipFill>
        <p:spPr>
          <a:xfrm>
            <a:off x="1" y="-5557"/>
            <a:ext cx="12192000" cy="6863557"/>
          </a:xfrm>
          <a:prstGeom prst="rect">
            <a:avLst/>
          </a:prstGeom>
        </p:spPr>
      </p:pic>
      <p:sp>
        <p:nvSpPr>
          <p:cNvPr id="4" name="矩形 3"/>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rPr>
              <a:t>本</a:t>
            </a:r>
            <a:r>
              <a:rPr kumimoji="0" lang="en-US" altLang="zh-CN" sz="18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rPr>
              <a:t>PPT</a:t>
            </a:r>
            <a:r>
              <a:rPr kumimoji="0" lang="zh-CN" altLang="en-US" sz="18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rPr>
              <a:t>模板正参与</a:t>
            </a:r>
            <a:endParaRPr kumimoji="0" lang="en-US" sz="18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endParaRPr>
          </a:p>
        </p:txBody>
      </p:sp>
      <p:sp>
        <p:nvSpPr>
          <p:cNvPr id="8" name="矩形 7"/>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1" i="0" u="none" strike="noStrike" kern="1200" cap="none" spc="0" normalizeH="0" baseline="0" noProof="0">
              <a:ln>
                <a:noFill/>
              </a:ln>
              <a:solidFill>
                <a:srgbClr val="0E5177"/>
              </a:solidFill>
              <a:effectLst/>
              <a:uLnTx/>
              <a:uFillTx/>
              <a:latin typeface="Segoe UI" panose="020B0502040204020203"/>
              <a:ea typeface="微软雅黑" panose="020B0703020204020201" pitchFamily="34" charset="-122"/>
              <a:cs typeface="+mn-cs"/>
            </a:endParaRPr>
          </a:p>
        </p:txBody>
      </p:sp>
      <p:sp>
        <p:nvSpPr>
          <p:cNvPr id="9" name="文本框 8"/>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rPr>
              <a:t> </a:t>
            </a:r>
            <a:r>
              <a:rPr kumimoji="0" lang="zh-CN" altLang="en-US" sz="16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rPr>
              <a:t>PPT</a:t>
            </a:r>
            <a:r>
              <a:rPr kumimoji="0" lang="zh-CN" altLang="en-US" sz="16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rPr>
              <a:t>模板设计大赛 </a:t>
            </a:r>
            <a:endParaRPr kumimoji="0" lang="en-US" sz="16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endParaRPr>
          </a:p>
        </p:txBody>
      </p:sp>
      <p:sp>
        <p:nvSpPr>
          <p:cNvPr id="11" name="文本框 10"/>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mn-cs"/>
            </a:endParaRPr>
          </a:p>
        </p:txBody>
      </p:sp>
      <p:pic>
        <p:nvPicPr>
          <p:cNvPr id="12" name="图片 11"/>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703020204020201" pitchFamily="34" charset="-122"/>
                <a:ea typeface="微软雅黑" panose="020B0703020204020201" pitchFamily="34" charset="-122"/>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panose="020B0703020204020201" pitchFamily="34" charset="-122"/>
                <a:ea typeface="微软雅黑" panose="020B0703020204020201" pitchFamily="34" charset="-122"/>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panose="020B0703020204020201" pitchFamily="34" charset="-122"/>
              <a:ea typeface="微软雅黑" panose="020B0703020204020201" pitchFamily="34" charset="-122"/>
              <a:cs typeface="+mn-cs"/>
            </a:endParaRPr>
          </a:p>
        </p:txBody>
      </p:sp>
      <p:sp>
        <p:nvSpPr>
          <p:cNvPr id="15" name="文本框 14"/>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703020204020201" pitchFamily="34" charset="-122"/>
                <a:ea typeface="微软雅黑" panose="020B0703020204020201" pitchFamily="34" charset="-122"/>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panose="020B0703020204020201" pitchFamily="34" charset="-122"/>
              <a:ea typeface="微软雅黑" panose="020B0703020204020201" pitchFamily="34" charset="-122"/>
              <a:cs typeface="+mn-cs"/>
            </a:endParaRPr>
          </a:p>
        </p:txBody>
      </p:sp>
      <p:sp>
        <p:nvSpPr>
          <p:cNvPr id="16" name="矩形 15"/>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标注</a:t>
            </a:r>
            <a:endParaRPr kumimoji="0" lang="zh-CN" altLang="en-US" sz="1800" b="0" i="0" u="none" strike="noStrike" kern="0" cap="none" spc="0" normalizeH="0" baseline="0" noProof="0" dirty="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使用说明 </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声明</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模板，</a:t>
            </a:r>
            <a:r>
              <a:rPr kumimoji="0" lang="zh-CN" altLang="en-US" sz="1400" b="0" i="0" u="none" strike="noStrike" kern="1200" cap="none" spc="0" normalizeH="0" baseline="0" noProof="0">
                <a:ln>
                  <a:noFill/>
                </a:ln>
                <a:solidFill>
                  <a:prstClr val="white"/>
                </a:solidFill>
                <a:effectLst/>
                <a:uLnTx/>
                <a:uFillTx/>
                <a:latin typeface="+mn-lt"/>
                <a:ea typeface="微软雅黑" panose="020B0703020204020201" pitchFamily="34" charset="-122"/>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a:t>
            </a:r>
            <a:r>
              <a:rPr kumimoji="0" lang="zh-CN" altLang="en-US" sz="1400" b="0" i="0" u="none" strike="noStrike" kern="1200" cap="none" spc="0" normalizeH="0" baseline="0" noProof="0">
                <a:ln>
                  <a:noFill/>
                </a:ln>
                <a:solidFill>
                  <a:prstClr val="white"/>
                </a:solidFill>
                <a:effectLst/>
                <a:uLnTx/>
                <a:uFillTx/>
                <a:latin typeface="+mn-lt"/>
                <a:ea typeface="微软雅黑" panose="020B0703020204020201" pitchFamily="34" charset="-122"/>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拥有对本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703020204020201" pitchFamily="34" charset="-122"/>
                <a:cs typeface="Segoe UI Light" panose="020B0502040204020203"/>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panose="020B0502040204020203"/>
              <a:ea typeface="微软雅黑" panose="020B0703020204020201" pitchFamily="34" charset="-122"/>
              <a:cs typeface="Segoe UI Light" panose="020B0502040204020203"/>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prstClr val="white"/>
                </a:solidFill>
                <a:effectLst/>
                <a:uLnTx/>
                <a:uFillTx/>
                <a:latin typeface="Segoe UI Light" panose="020B0502040204020203"/>
                <a:ea typeface="微软雅黑" panose="020B0703020204020201" pitchFamily="34" charset="-122"/>
                <a:cs typeface="Segoe UI Light" panose="020B0502040204020203"/>
              </a:rPr>
              <a:t>OfficePLUS</a:t>
            </a:r>
            <a:endParaRPr kumimoji="0" lang="zh-CN" altLang="en-US" sz="1000" b="0" i="0" u="none" strike="noStrike" kern="0" cap="none" spc="0" normalizeH="0" baseline="0" noProof="0" dirty="0">
              <a:ln>
                <a:noFill/>
              </a:ln>
              <a:solidFill>
                <a:prstClr val="white"/>
              </a:solidFill>
              <a:effectLst/>
              <a:uLnTx/>
              <a:uFillTx/>
              <a:latin typeface="Segoe UI Light" panose="020B0502040204020203"/>
              <a:ea typeface="微软雅黑" panose="020B0703020204020201" pitchFamily="34" charset="-122"/>
              <a:cs typeface="Segoe UI Light" panose="020B050204020402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A863DF-B9E4-4586-93FD-95547E6FD0D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C6B931-9FE5-4530-B16B-DC33AD6A337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1"/>
    <p:sldLayoutId id="214748366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svg"/><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4.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sv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svg"/><Relationship Id="rId7" Type="http://schemas.openxmlformats.org/officeDocument/2006/relationships/image" Target="../media/image23.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1" Type="http://schemas.openxmlformats.org/officeDocument/2006/relationships/slideLayout" Target="../slideLayouts/slideLayout4.xml"/><Relationship Id="rId10" Type="http://schemas.openxmlformats.org/officeDocument/2006/relationships/image" Target="../media/image26.svg"/><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30.jpeg"/><Relationship Id="rId2" Type="http://schemas.openxmlformats.org/officeDocument/2006/relationships/image" Target="../media/image8.jpeg"/><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占位符 18"/>
          <p:cNvPicPr>
            <a:picLocks noGrp="1" noChangeAspect="1"/>
          </p:cNvPicPr>
          <p:nvPr>
            <p:ph type="pic" sz="quarter" idx="12"/>
          </p:nvPr>
        </p:nvPicPr>
        <p:blipFill>
          <a:blip r:embed="rId1">
            <a:extLst>
              <a:ext uri="{28A0092B-C50C-407E-A947-70E740481C1C}">
                <a14:useLocalDpi xmlns:a14="http://schemas.microsoft.com/office/drawing/2010/main" val="0"/>
              </a:ext>
            </a:extLst>
          </a:blip>
          <a:srcRect t="68" b="68"/>
          <a:stretch>
            <a:fillRect/>
          </a:stretch>
        </p:blipFill>
        <p:spPr/>
      </p:pic>
      <p:pic>
        <p:nvPicPr>
          <p:cNvPr id="17" name="图片占位符 16"/>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32" b="32"/>
          <a:stretch>
            <a:fillRect/>
          </a:stretch>
        </p:blipFill>
        <p:spPr/>
      </p:pic>
      <p:sp>
        <p:nvSpPr>
          <p:cNvPr id="20" name="矩形 19"/>
          <p:cNvSpPr/>
          <p:nvPr/>
        </p:nvSpPr>
        <p:spPr>
          <a:xfrm>
            <a:off x="-4" y="7882"/>
            <a:ext cx="12192000" cy="6858000"/>
          </a:xfrm>
          <a:prstGeom prst="rect">
            <a:avLst/>
          </a:prstGeom>
          <a:gradFill>
            <a:gsLst>
              <a:gs pos="0">
                <a:schemeClr val="bg1">
                  <a:alpha val="75000"/>
                </a:schemeClr>
              </a:gs>
              <a:gs pos="31000">
                <a:schemeClr val="bg1">
                  <a:alpha val="85000"/>
                </a:schemeClr>
              </a:gs>
              <a:gs pos="65601">
                <a:srgbClr val="FFFFFF"/>
              </a:gs>
              <a:gs pos="45000">
                <a:schemeClr val="bg1"/>
              </a:gs>
              <a:gs pos="100000">
                <a:schemeClr val="bg1">
                  <a:alpha val="8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占位符 14"/>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9250" b="9250"/>
          <a:stretch>
            <a:fillRect/>
          </a:stretch>
        </p:blipFill>
        <p:spPr/>
      </p:pic>
      <p:sp>
        <p:nvSpPr>
          <p:cNvPr id="21" name="任意多边形: 形状 20"/>
          <p:cNvSpPr/>
          <p:nvPr/>
        </p:nvSpPr>
        <p:spPr>
          <a:xfrm rot="10800000">
            <a:off x="-8" y="3872"/>
            <a:ext cx="12192001" cy="4062881"/>
          </a:xfrm>
          <a:custGeom>
            <a:avLst/>
            <a:gdLst>
              <a:gd name="connsiteX0" fmla="*/ 12192000 w 12192001"/>
              <a:gd name="connsiteY0" fmla="*/ 4062881 h 4062881"/>
              <a:gd name="connsiteX1" fmla="*/ 0 w 12192001"/>
              <a:gd name="connsiteY1" fmla="*/ 4062881 h 4062881"/>
              <a:gd name="connsiteX2" fmla="*/ 0 w 12192001"/>
              <a:gd name="connsiteY2" fmla="*/ 1441627 h 4062881"/>
              <a:gd name="connsiteX3" fmla="*/ 7949 w 12192001"/>
              <a:gd name="connsiteY3" fmla="*/ 1441627 h 4062881"/>
              <a:gd name="connsiteX4" fmla="*/ 6105511 w 12192001"/>
              <a:gd name="connsiteY4" fmla="*/ 0 h 4062881"/>
              <a:gd name="connsiteX5" fmla="*/ 12184078 w 12192001"/>
              <a:gd name="connsiteY5" fmla="*/ 1441627 h 4062881"/>
              <a:gd name="connsiteX6" fmla="*/ 12192000 w 12192001"/>
              <a:gd name="connsiteY6" fmla="*/ 1441627 h 4062881"/>
              <a:gd name="connsiteX7" fmla="*/ 12192000 w 12192001"/>
              <a:gd name="connsiteY7" fmla="*/ 1443506 h 4062881"/>
              <a:gd name="connsiteX8" fmla="*/ 12192001 w 12192001"/>
              <a:gd name="connsiteY8" fmla="*/ 1443506 h 4062881"/>
              <a:gd name="connsiteX9" fmla="*/ 12192000 w 12192001"/>
              <a:gd name="connsiteY9" fmla="*/ 1443506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chemeClr val="accent1">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2" name="组合 21"/>
          <p:cNvGrpSpPr/>
          <p:nvPr/>
        </p:nvGrpSpPr>
        <p:grpSpPr>
          <a:xfrm>
            <a:off x="4764970" y="1698501"/>
            <a:ext cx="2662059" cy="815290"/>
            <a:chOff x="4954881" y="1942452"/>
            <a:chExt cx="6214687" cy="1903328"/>
          </a:xfrm>
          <a:solidFill>
            <a:schemeClr val="bg1"/>
          </a:solidFill>
        </p:grpSpPr>
        <p:grpSp>
          <p:nvGrpSpPr>
            <p:cNvPr id="23" name="íślïdé"/>
            <p:cNvGrpSpPr/>
            <p:nvPr/>
          </p:nvGrpSpPr>
          <p:grpSpPr>
            <a:xfrm>
              <a:off x="4954881" y="1942452"/>
              <a:ext cx="1901067" cy="1903328"/>
              <a:chOff x="1735138" y="2095500"/>
              <a:chExt cx="2667000" cy="2670175"/>
            </a:xfrm>
            <a:grpFill/>
          </p:grpSpPr>
          <p:sp>
            <p:nvSpPr>
              <p:cNvPr id="30"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24" name="íšľïḋé"/>
            <p:cNvSpPr/>
            <p:nvPr/>
          </p:nvSpPr>
          <p:spPr bwMode="auto">
            <a:xfrm>
              <a:off x="7169402" y="3361464"/>
              <a:ext cx="4000166" cy="237633"/>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grpFill/>
            <a:ln>
              <a:noFill/>
            </a:ln>
          </p:spPr>
          <p:txBody>
            <a:bodyPr anchor="ctr"/>
            <a:lstStyle/>
            <a:p>
              <a:pPr algn="ctr"/>
            </a:p>
          </p:txBody>
        </p:sp>
        <p:grpSp>
          <p:nvGrpSpPr>
            <p:cNvPr id="25" name="í$ļîdé"/>
            <p:cNvGrpSpPr/>
            <p:nvPr/>
          </p:nvGrpSpPr>
          <p:grpSpPr>
            <a:xfrm>
              <a:off x="7354984" y="2180085"/>
              <a:ext cx="3612032" cy="965243"/>
              <a:chOff x="5102226" y="2428875"/>
              <a:chExt cx="5067300" cy="1354138"/>
            </a:xfrm>
            <a:grpFill/>
          </p:grpSpPr>
          <p:sp>
            <p:nvSpPr>
              <p:cNvPr id="26"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
        <p:nvSpPr>
          <p:cNvPr id="47" name="矩形: 圆角 46"/>
          <p:cNvSpPr/>
          <p:nvPr/>
        </p:nvSpPr>
        <p:spPr>
          <a:xfrm>
            <a:off x="1527521" y="5792813"/>
            <a:ext cx="2077200" cy="35263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rPr>
              <a:t>组别：第八组</a:t>
            </a:r>
            <a:endParaRPr kumimoji="0" lang="en-US" altLang="zh-CN"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endParaRPr>
          </a:p>
        </p:txBody>
      </p:sp>
      <p:sp>
        <p:nvSpPr>
          <p:cNvPr id="48" name="矩形: 圆角 47"/>
          <p:cNvSpPr/>
          <p:nvPr/>
        </p:nvSpPr>
        <p:spPr>
          <a:xfrm>
            <a:off x="4943319" y="5792813"/>
            <a:ext cx="2305358" cy="35263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rPr>
              <a:t>指导老师：</a:t>
            </a:r>
            <a:r>
              <a:rPr lang="zh-CN" altLang="en-US" dirty="0">
                <a:solidFill>
                  <a:srgbClr val="FFFFFF"/>
                </a:solidFill>
                <a:latin typeface="Arial" panose="020B0604020202020204"/>
                <a:ea typeface="微软雅黑" panose="020B0703020204020201" pitchFamily="34" charset="-122"/>
              </a:rPr>
              <a:t>杨</a:t>
            </a:r>
            <a:r>
              <a:rPr lang="en-US" altLang="zh-CN" dirty="0">
                <a:solidFill>
                  <a:srgbClr val="FFFFFF"/>
                </a:solidFill>
                <a:latin typeface="Arial" panose="020B0604020202020204"/>
                <a:ea typeface="微软雅黑" panose="020B0703020204020201" pitchFamily="34" charset="-122"/>
              </a:rPr>
              <a:t> </a:t>
            </a:r>
            <a:r>
              <a:rPr lang="zh-CN" altLang="en-US" dirty="0">
                <a:solidFill>
                  <a:srgbClr val="FFFFFF"/>
                </a:solidFill>
                <a:latin typeface="Arial" panose="020B0604020202020204"/>
                <a:ea typeface="微软雅黑" panose="020B0703020204020201" pitchFamily="34" charset="-122"/>
              </a:rPr>
              <a:t>波</a:t>
            </a:r>
            <a:endPar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endParaRPr>
          </a:p>
        </p:txBody>
      </p:sp>
      <p:sp>
        <p:nvSpPr>
          <p:cNvPr id="49" name="矩形: 圆角 48"/>
          <p:cNvSpPr/>
          <p:nvPr/>
        </p:nvSpPr>
        <p:spPr>
          <a:xfrm>
            <a:off x="8587275" y="5775836"/>
            <a:ext cx="2185500" cy="356158"/>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rgbClr val="FFFFFF"/>
                </a:solidFill>
                <a:latin typeface="Arial" panose="020B0604020202020204"/>
                <a:ea typeface="微软雅黑" panose="020B0703020204020201" pitchFamily="34" charset="-122"/>
              </a:rPr>
              <a:t>时间</a:t>
            </a:r>
            <a:r>
              <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rPr>
              <a:t>：</a:t>
            </a:r>
            <a:r>
              <a:rPr lang="en-US" altLang="zh-CN" dirty="0">
                <a:solidFill>
                  <a:srgbClr val="FFFFFF"/>
                </a:solidFill>
                <a:latin typeface="Arial" panose="020B0604020202020204"/>
                <a:ea typeface="微软雅黑" panose="020B0703020204020201" pitchFamily="34" charset="-122"/>
              </a:rPr>
              <a:t>2026.06.03</a:t>
            </a:r>
            <a:endPar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endParaRPr>
          </a:p>
        </p:txBody>
      </p:sp>
      <p:sp>
        <p:nvSpPr>
          <p:cNvPr id="45" name="任意多边形: 形状 44"/>
          <p:cNvSpPr/>
          <p:nvPr/>
        </p:nvSpPr>
        <p:spPr>
          <a:xfrm>
            <a:off x="0" y="2329236"/>
            <a:ext cx="12192000" cy="1809343"/>
          </a:xfrm>
          <a:custGeom>
            <a:avLst/>
            <a:gdLst>
              <a:gd name="connsiteX0" fmla="*/ 11511615 w 12185612"/>
              <a:gd name="connsiteY0" fmla="*/ 0 h 1809343"/>
              <a:gd name="connsiteX1" fmla="*/ 12185612 w 12185612"/>
              <a:gd name="connsiteY1" fmla="*/ 134799 h 1809343"/>
              <a:gd name="connsiteX2" fmla="*/ 12185612 w 12185612"/>
              <a:gd name="connsiteY2" fmla="*/ 319795 h 1809343"/>
              <a:gd name="connsiteX3" fmla="*/ 11769269 w 12185612"/>
              <a:gd name="connsiteY3" fmla="*/ 431005 h 1809343"/>
              <a:gd name="connsiteX4" fmla="*/ 6098388 w 12185612"/>
              <a:gd name="connsiteY4" fmla="*/ 1809343 h 1809343"/>
              <a:gd name="connsiteX5" fmla="*/ 1030855 w 12185612"/>
              <a:gd name="connsiteY5" fmla="*/ 612528 h 1809343"/>
              <a:gd name="connsiteX6" fmla="*/ 0 w 12185612"/>
              <a:gd name="connsiteY6" fmla="*/ 339538 h 1809343"/>
              <a:gd name="connsiteX7" fmla="*/ 0 w 12185612"/>
              <a:gd name="connsiteY7" fmla="*/ 81678 h 1809343"/>
              <a:gd name="connsiteX8" fmla="*/ 637104 w 12185612"/>
              <a:gd name="connsiteY8" fmla="*/ 607 h 1809343"/>
              <a:gd name="connsiteX9" fmla="*/ 6098821 w 12185612"/>
              <a:gd name="connsiteY9" fmla="*/ 1643974 h 1809343"/>
              <a:gd name="connsiteX10" fmla="*/ 11511615 w 12185612"/>
              <a:gd name="connsiteY10" fmla="*/ 0 h 180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0" name="任意多边形: 形状 49"/>
          <p:cNvSpPr/>
          <p:nvPr/>
        </p:nvSpPr>
        <p:spPr>
          <a:xfrm>
            <a:off x="450423" y="2315566"/>
            <a:ext cx="11342509" cy="1691715"/>
          </a:xfrm>
          <a:custGeom>
            <a:avLst/>
            <a:gdLst>
              <a:gd name="connsiteX0" fmla="*/ 9728 w 12217941"/>
              <a:gd name="connsiteY0" fmla="*/ 0 h 1605064"/>
              <a:gd name="connsiteX1" fmla="*/ 6108971 w 12217941"/>
              <a:gd name="connsiteY1" fmla="*/ 1498060 h 1605064"/>
              <a:gd name="connsiteX2" fmla="*/ 12208213 w 12217941"/>
              <a:gd name="connsiteY2" fmla="*/ 19456 h 1605064"/>
              <a:gd name="connsiteX3" fmla="*/ 12217941 w 12217941"/>
              <a:gd name="connsiteY3" fmla="*/ 282103 h 1605064"/>
              <a:gd name="connsiteX4" fmla="*/ 6118698 w 12217941"/>
              <a:gd name="connsiteY4" fmla="*/ 1605064 h 1605064"/>
              <a:gd name="connsiteX5" fmla="*/ 0 w 12217941"/>
              <a:gd name="connsiteY5" fmla="*/ 233464 h 1605064"/>
              <a:gd name="connsiteX6" fmla="*/ 9728 w 12217941"/>
              <a:gd name="connsiteY6" fmla="*/ 0 h 1605064"/>
              <a:gd name="connsiteX0-1" fmla="*/ 0 w 12208213"/>
              <a:gd name="connsiteY0-2" fmla="*/ 0 h 1605064"/>
              <a:gd name="connsiteX1-3" fmla="*/ 6099243 w 12208213"/>
              <a:gd name="connsiteY1-4" fmla="*/ 1498060 h 1605064"/>
              <a:gd name="connsiteX2-5" fmla="*/ 12198485 w 12208213"/>
              <a:gd name="connsiteY2-6" fmla="*/ 19456 h 1605064"/>
              <a:gd name="connsiteX3-7" fmla="*/ 12208213 w 12208213"/>
              <a:gd name="connsiteY3-8" fmla="*/ 282103 h 1605064"/>
              <a:gd name="connsiteX4-9" fmla="*/ 6108970 w 12208213"/>
              <a:gd name="connsiteY4-10" fmla="*/ 1605064 h 1605064"/>
              <a:gd name="connsiteX5-11" fmla="*/ 0 w 12208213"/>
              <a:gd name="connsiteY5-12" fmla="*/ 544749 h 1605064"/>
              <a:gd name="connsiteX6-13" fmla="*/ 0 w 12208213"/>
              <a:gd name="connsiteY6-14" fmla="*/ 0 h 1605064"/>
              <a:gd name="connsiteX0-15" fmla="*/ 0 w 12198485"/>
              <a:gd name="connsiteY0-16" fmla="*/ 0 h 1605064"/>
              <a:gd name="connsiteX1-17" fmla="*/ 6099243 w 12198485"/>
              <a:gd name="connsiteY1-18" fmla="*/ 1498060 h 1605064"/>
              <a:gd name="connsiteX2-19" fmla="*/ 12198485 w 12198485"/>
              <a:gd name="connsiteY2-20" fmla="*/ 19456 h 1605064"/>
              <a:gd name="connsiteX3-21" fmla="*/ 12198485 w 12198485"/>
              <a:gd name="connsiteY3-22" fmla="*/ 603115 h 1605064"/>
              <a:gd name="connsiteX4-23" fmla="*/ 6108970 w 12198485"/>
              <a:gd name="connsiteY4-24" fmla="*/ 1605064 h 1605064"/>
              <a:gd name="connsiteX5-25" fmla="*/ 0 w 12198485"/>
              <a:gd name="connsiteY5-26" fmla="*/ 544749 h 1605064"/>
              <a:gd name="connsiteX6-27" fmla="*/ 0 w 12198485"/>
              <a:gd name="connsiteY6-28" fmla="*/ 0 h 1605064"/>
              <a:gd name="connsiteX0-29" fmla="*/ 0 w 12198485"/>
              <a:gd name="connsiteY0-30" fmla="*/ 0 h 1605064"/>
              <a:gd name="connsiteX1-31" fmla="*/ 6108970 w 12198485"/>
              <a:gd name="connsiteY1-32" fmla="*/ 1507788 h 1605064"/>
              <a:gd name="connsiteX2-33" fmla="*/ 12198485 w 12198485"/>
              <a:gd name="connsiteY2-34" fmla="*/ 19456 h 1605064"/>
              <a:gd name="connsiteX3-35" fmla="*/ 12198485 w 12198485"/>
              <a:gd name="connsiteY3-36" fmla="*/ 603115 h 1605064"/>
              <a:gd name="connsiteX4-37" fmla="*/ 6108970 w 12198485"/>
              <a:gd name="connsiteY4-38" fmla="*/ 1605064 h 1605064"/>
              <a:gd name="connsiteX5-39" fmla="*/ 0 w 12198485"/>
              <a:gd name="connsiteY5-40" fmla="*/ 544749 h 1605064"/>
              <a:gd name="connsiteX6-41" fmla="*/ 0 w 12198485"/>
              <a:gd name="connsiteY6-42" fmla="*/ 0 h 1605064"/>
              <a:gd name="connsiteX0-43" fmla="*/ 632298 w 12830783"/>
              <a:gd name="connsiteY0-44" fmla="*/ 0 h 1605064"/>
              <a:gd name="connsiteX1-45" fmla="*/ 6741268 w 12830783"/>
              <a:gd name="connsiteY1-46" fmla="*/ 1507788 h 1605064"/>
              <a:gd name="connsiteX2-47" fmla="*/ 12830783 w 12830783"/>
              <a:gd name="connsiteY2-48" fmla="*/ 19456 h 1605064"/>
              <a:gd name="connsiteX3-49" fmla="*/ 12830783 w 12830783"/>
              <a:gd name="connsiteY3-50" fmla="*/ 603115 h 1605064"/>
              <a:gd name="connsiteX4-51" fmla="*/ 6741268 w 12830783"/>
              <a:gd name="connsiteY4-52" fmla="*/ 1605064 h 1605064"/>
              <a:gd name="connsiteX5-53" fmla="*/ 0 w 12830783"/>
              <a:gd name="connsiteY5-54" fmla="*/ 29183 h 1605064"/>
              <a:gd name="connsiteX6-55" fmla="*/ 632298 w 12830783"/>
              <a:gd name="connsiteY6-56" fmla="*/ 0 h 1605064"/>
              <a:gd name="connsiteX0-57" fmla="*/ 836579 w 12830783"/>
              <a:gd name="connsiteY0-58" fmla="*/ 0 h 1634247"/>
              <a:gd name="connsiteX1-59" fmla="*/ 6741268 w 12830783"/>
              <a:gd name="connsiteY1-60" fmla="*/ 1536971 h 1634247"/>
              <a:gd name="connsiteX2-61" fmla="*/ 12830783 w 12830783"/>
              <a:gd name="connsiteY2-62" fmla="*/ 48639 h 1634247"/>
              <a:gd name="connsiteX3-63" fmla="*/ 12830783 w 12830783"/>
              <a:gd name="connsiteY3-64" fmla="*/ 632298 h 1634247"/>
              <a:gd name="connsiteX4-65" fmla="*/ 6741268 w 12830783"/>
              <a:gd name="connsiteY4-66" fmla="*/ 1634247 h 1634247"/>
              <a:gd name="connsiteX5-67" fmla="*/ 0 w 12830783"/>
              <a:gd name="connsiteY5-68" fmla="*/ 58366 h 1634247"/>
              <a:gd name="connsiteX6-69" fmla="*/ 836579 w 12830783"/>
              <a:gd name="connsiteY6-70" fmla="*/ 0 h 1634247"/>
              <a:gd name="connsiteX0-71" fmla="*/ 836579 w 12830783"/>
              <a:gd name="connsiteY0-72" fmla="*/ 0 h 1702340"/>
              <a:gd name="connsiteX1-73" fmla="*/ 6741268 w 12830783"/>
              <a:gd name="connsiteY1-74" fmla="*/ 1536971 h 1702340"/>
              <a:gd name="connsiteX2-75" fmla="*/ 12830783 w 12830783"/>
              <a:gd name="connsiteY2-76" fmla="*/ 48639 h 1702340"/>
              <a:gd name="connsiteX3-77" fmla="*/ 12830783 w 12830783"/>
              <a:gd name="connsiteY3-78" fmla="*/ 632298 h 1702340"/>
              <a:gd name="connsiteX4-79" fmla="*/ 6750996 w 12830783"/>
              <a:gd name="connsiteY4-80" fmla="*/ 1702340 h 1702340"/>
              <a:gd name="connsiteX5-81" fmla="*/ 0 w 12830783"/>
              <a:gd name="connsiteY5-82" fmla="*/ 58366 h 1702340"/>
              <a:gd name="connsiteX6-83" fmla="*/ 836579 w 12830783"/>
              <a:gd name="connsiteY6-84" fmla="*/ 0 h 1702340"/>
              <a:gd name="connsiteX0-85" fmla="*/ 836579 w 12830783"/>
              <a:gd name="connsiteY0-86" fmla="*/ 0 h 1702340"/>
              <a:gd name="connsiteX1-87" fmla="*/ 6741268 w 12830783"/>
              <a:gd name="connsiteY1-88" fmla="*/ 1536971 h 1702340"/>
              <a:gd name="connsiteX2-89" fmla="*/ 12470860 w 12830783"/>
              <a:gd name="connsiteY2-90" fmla="*/ 19456 h 1702340"/>
              <a:gd name="connsiteX3-91" fmla="*/ 12830783 w 12830783"/>
              <a:gd name="connsiteY3-92" fmla="*/ 632298 h 1702340"/>
              <a:gd name="connsiteX4-93" fmla="*/ 6750996 w 12830783"/>
              <a:gd name="connsiteY4-94" fmla="*/ 1702340 h 1702340"/>
              <a:gd name="connsiteX5-95" fmla="*/ 0 w 12830783"/>
              <a:gd name="connsiteY5-96" fmla="*/ 58366 h 1702340"/>
              <a:gd name="connsiteX6-97" fmla="*/ 836579 w 12830783"/>
              <a:gd name="connsiteY6-98" fmla="*/ 0 h 1702340"/>
              <a:gd name="connsiteX0-99" fmla="*/ 836579 w 13239345"/>
              <a:gd name="connsiteY0-100" fmla="*/ 0 h 1702340"/>
              <a:gd name="connsiteX1-101" fmla="*/ 6741268 w 13239345"/>
              <a:gd name="connsiteY1-102" fmla="*/ 1536971 h 1702340"/>
              <a:gd name="connsiteX2-103" fmla="*/ 12470860 w 13239345"/>
              <a:gd name="connsiteY2-104" fmla="*/ 19456 h 1702340"/>
              <a:gd name="connsiteX3-105" fmla="*/ 13239345 w 13239345"/>
              <a:gd name="connsiteY3-106" fmla="*/ 107004 h 1702340"/>
              <a:gd name="connsiteX4-107" fmla="*/ 6750996 w 13239345"/>
              <a:gd name="connsiteY4-108" fmla="*/ 1702340 h 1702340"/>
              <a:gd name="connsiteX5-109" fmla="*/ 0 w 13239345"/>
              <a:gd name="connsiteY5-110" fmla="*/ 58366 h 1702340"/>
              <a:gd name="connsiteX6-111" fmla="*/ 836579 w 13239345"/>
              <a:gd name="connsiteY6-112" fmla="*/ 0 h 1702340"/>
              <a:gd name="connsiteX0-113" fmla="*/ 836579 w 13239345"/>
              <a:gd name="connsiteY0-114" fmla="*/ 107003 h 1809343"/>
              <a:gd name="connsiteX1-115" fmla="*/ 6741268 w 13239345"/>
              <a:gd name="connsiteY1-116" fmla="*/ 1643974 h 1809343"/>
              <a:gd name="connsiteX2-117" fmla="*/ 12169303 w 13239345"/>
              <a:gd name="connsiteY2-118" fmla="*/ 0 h 1809343"/>
              <a:gd name="connsiteX3-119" fmla="*/ 13239345 w 13239345"/>
              <a:gd name="connsiteY3-120" fmla="*/ 214007 h 1809343"/>
              <a:gd name="connsiteX4-121" fmla="*/ 6750996 w 13239345"/>
              <a:gd name="connsiteY4-122" fmla="*/ 1809343 h 1809343"/>
              <a:gd name="connsiteX5-123" fmla="*/ 0 w 13239345"/>
              <a:gd name="connsiteY5-124" fmla="*/ 165369 h 1809343"/>
              <a:gd name="connsiteX6-125" fmla="*/ 836579 w 13239345"/>
              <a:gd name="connsiteY6-126" fmla="*/ 107003 h 1809343"/>
              <a:gd name="connsiteX0-127" fmla="*/ 1342417 w 13239345"/>
              <a:gd name="connsiteY0-128" fmla="*/ 29182 h 1809343"/>
              <a:gd name="connsiteX1-129" fmla="*/ 6741268 w 13239345"/>
              <a:gd name="connsiteY1-130" fmla="*/ 1643974 h 1809343"/>
              <a:gd name="connsiteX2-131" fmla="*/ 12169303 w 13239345"/>
              <a:gd name="connsiteY2-132" fmla="*/ 0 h 1809343"/>
              <a:gd name="connsiteX3-133" fmla="*/ 13239345 w 13239345"/>
              <a:gd name="connsiteY3-134" fmla="*/ 214007 h 1809343"/>
              <a:gd name="connsiteX4-135" fmla="*/ 6750996 w 13239345"/>
              <a:gd name="connsiteY4-136" fmla="*/ 1809343 h 1809343"/>
              <a:gd name="connsiteX5-137" fmla="*/ 0 w 13239345"/>
              <a:gd name="connsiteY5-138" fmla="*/ 165369 h 1809343"/>
              <a:gd name="connsiteX6-139" fmla="*/ 1342417 w 13239345"/>
              <a:gd name="connsiteY6-140" fmla="*/ 29182 h 1809343"/>
              <a:gd name="connsiteX0-141" fmla="*/ 1294792 w 13239345"/>
              <a:gd name="connsiteY0-142" fmla="*/ 607 h 1809343"/>
              <a:gd name="connsiteX1-143" fmla="*/ 6741268 w 13239345"/>
              <a:gd name="connsiteY1-144" fmla="*/ 1643974 h 1809343"/>
              <a:gd name="connsiteX2-145" fmla="*/ 12169303 w 13239345"/>
              <a:gd name="connsiteY2-146" fmla="*/ 0 h 1809343"/>
              <a:gd name="connsiteX3-147" fmla="*/ 13239345 w 13239345"/>
              <a:gd name="connsiteY3-148" fmla="*/ 214007 h 1809343"/>
              <a:gd name="connsiteX4-149" fmla="*/ 6750996 w 13239345"/>
              <a:gd name="connsiteY4-150" fmla="*/ 1809343 h 1809343"/>
              <a:gd name="connsiteX5-151" fmla="*/ 0 w 13239345"/>
              <a:gd name="connsiteY5-152" fmla="*/ 165369 h 1809343"/>
              <a:gd name="connsiteX6-153" fmla="*/ 1294792 w 13239345"/>
              <a:gd name="connsiteY6-154" fmla="*/ 607 h 1809343"/>
              <a:gd name="connsiteX0-155" fmla="*/ 1294792 w 13239345"/>
              <a:gd name="connsiteY0-156" fmla="*/ 607 h 1809343"/>
              <a:gd name="connsiteX1-157" fmla="*/ 6741268 w 13239345"/>
              <a:gd name="connsiteY1-158" fmla="*/ 1643974 h 1809343"/>
              <a:gd name="connsiteX2-159" fmla="*/ 12169303 w 13239345"/>
              <a:gd name="connsiteY2-160" fmla="*/ 0 h 1809343"/>
              <a:gd name="connsiteX3-161" fmla="*/ 13239345 w 13239345"/>
              <a:gd name="connsiteY3-162" fmla="*/ 214007 h 1809343"/>
              <a:gd name="connsiteX4-163" fmla="*/ 6750996 w 13239345"/>
              <a:gd name="connsiteY4-164" fmla="*/ 1809343 h 1809343"/>
              <a:gd name="connsiteX5-165" fmla="*/ 0 w 13239345"/>
              <a:gd name="connsiteY5-166" fmla="*/ 165369 h 1809343"/>
              <a:gd name="connsiteX6-167" fmla="*/ 1294792 w 13239345"/>
              <a:gd name="connsiteY6-168" fmla="*/ 607 h 1809343"/>
              <a:gd name="connsiteX0-169" fmla="*/ 1294792 w 13239345"/>
              <a:gd name="connsiteY0-170" fmla="*/ 607 h 1809343"/>
              <a:gd name="connsiteX1-171" fmla="*/ 6741268 w 13239345"/>
              <a:gd name="connsiteY1-172" fmla="*/ 1643974 h 1809343"/>
              <a:gd name="connsiteX2-173" fmla="*/ 12169303 w 13239345"/>
              <a:gd name="connsiteY2-174" fmla="*/ 0 h 1809343"/>
              <a:gd name="connsiteX3-175" fmla="*/ 13239345 w 13239345"/>
              <a:gd name="connsiteY3-176" fmla="*/ 214007 h 1809343"/>
              <a:gd name="connsiteX4-177" fmla="*/ 6750996 w 13239345"/>
              <a:gd name="connsiteY4-178" fmla="*/ 1809343 h 1809343"/>
              <a:gd name="connsiteX5-179" fmla="*/ 0 w 13239345"/>
              <a:gd name="connsiteY5-180" fmla="*/ 165369 h 1809343"/>
              <a:gd name="connsiteX6-181" fmla="*/ 1294792 w 13239345"/>
              <a:gd name="connsiteY6-182" fmla="*/ 607 h 1809343"/>
              <a:gd name="connsiteX0-183" fmla="*/ 1294792 w 13239345"/>
              <a:gd name="connsiteY0-184" fmla="*/ 607 h 1809343"/>
              <a:gd name="connsiteX1-185" fmla="*/ 6741268 w 13239345"/>
              <a:gd name="connsiteY1-186" fmla="*/ 1643974 h 1809343"/>
              <a:gd name="connsiteX2-187" fmla="*/ 12169303 w 13239345"/>
              <a:gd name="connsiteY2-188" fmla="*/ 0 h 1809343"/>
              <a:gd name="connsiteX3-189" fmla="*/ 13239345 w 13239345"/>
              <a:gd name="connsiteY3-190" fmla="*/ 214007 h 1809343"/>
              <a:gd name="connsiteX4-191" fmla="*/ 6750996 w 13239345"/>
              <a:gd name="connsiteY4-192" fmla="*/ 1809343 h 1809343"/>
              <a:gd name="connsiteX5-193" fmla="*/ 0 w 13239345"/>
              <a:gd name="connsiteY5-194" fmla="*/ 165369 h 1809343"/>
              <a:gd name="connsiteX6-195" fmla="*/ 1294792 w 13239345"/>
              <a:gd name="connsiteY6-196" fmla="*/ 607 h 1809343"/>
              <a:gd name="connsiteX0-197" fmla="*/ 1294792 w 13239345"/>
              <a:gd name="connsiteY0-198" fmla="*/ 607 h 1809343"/>
              <a:gd name="connsiteX1-199" fmla="*/ 6741268 w 13239345"/>
              <a:gd name="connsiteY1-200" fmla="*/ 1643974 h 1809343"/>
              <a:gd name="connsiteX2-201" fmla="*/ 12169303 w 13239345"/>
              <a:gd name="connsiteY2-202" fmla="*/ 0 h 1809343"/>
              <a:gd name="connsiteX3-203" fmla="*/ 13239345 w 13239345"/>
              <a:gd name="connsiteY3-204" fmla="*/ 214007 h 1809343"/>
              <a:gd name="connsiteX4-205" fmla="*/ 6750996 w 13239345"/>
              <a:gd name="connsiteY4-206" fmla="*/ 1809343 h 1809343"/>
              <a:gd name="connsiteX5-207" fmla="*/ 0 w 13239345"/>
              <a:gd name="connsiteY5-208" fmla="*/ 165369 h 1809343"/>
              <a:gd name="connsiteX6-209" fmla="*/ 1294792 w 13239345"/>
              <a:gd name="connsiteY6-210" fmla="*/ 607 h 1809343"/>
              <a:gd name="connsiteX0-211" fmla="*/ 1294792 w 13239345"/>
              <a:gd name="connsiteY0-212" fmla="*/ 607 h 1809343"/>
              <a:gd name="connsiteX1-213" fmla="*/ 6741268 w 13239345"/>
              <a:gd name="connsiteY1-214" fmla="*/ 1643974 h 1809343"/>
              <a:gd name="connsiteX2-215" fmla="*/ 12169303 w 13239345"/>
              <a:gd name="connsiteY2-216" fmla="*/ 0 h 1809343"/>
              <a:gd name="connsiteX3-217" fmla="*/ 13239345 w 13239345"/>
              <a:gd name="connsiteY3-218" fmla="*/ 214007 h 1809343"/>
              <a:gd name="connsiteX4-219" fmla="*/ 6750996 w 13239345"/>
              <a:gd name="connsiteY4-220" fmla="*/ 1809343 h 1809343"/>
              <a:gd name="connsiteX5-221" fmla="*/ 0 w 13239345"/>
              <a:gd name="connsiteY5-222" fmla="*/ 165369 h 1809343"/>
              <a:gd name="connsiteX6-223" fmla="*/ 1294792 w 13239345"/>
              <a:gd name="connsiteY6-224" fmla="*/ 607 h 1809343"/>
              <a:gd name="connsiteX0-225" fmla="*/ 1294792 w 13239345"/>
              <a:gd name="connsiteY0-226" fmla="*/ 607 h 1809343"/>
              <a:gd name="connsiteX1-227" fmla="*/ 6741268 w 13239345"/>
              <a:gd name="connsiteY1-228" fmla="*/ 1643974 h 1809343"/>
              <a:gd name="connsiteX2-229" fmla="*/ 12169303 w 13239345"/>
              <a:gd name="connsiteY2-230" fmla="*/ 0 h 1809343"/>
              <a:gd name="connsiteX3-231" fmla="*/ 13239345 w 13239345"/>
              <a:gd name="connsiteY3-232" fmla="*/ 214007 h 1809343"/>
              <a:gd name="connsiteX4-233" fmla="*/ 6750996 w 13239345"/>
              <a:gd name="connsiteY4-234" fmla="*/ 1809343 h 1809343"/>
              <a:gd name="connsiteX5-235" fmla="*/ 0 w 13239345"/>
              <a:gd name="connsiteY5-236" fmla="*/ 165369 h 1809343"/>
              <a:gd name="connsiteX6-237" fmla="*/ 1294792 w 13239345"/>
              <a:gd name="connsiteY6-238" fmla="*/ 607 h 1809343"/>
              <a:gd name="connsiteX0-239" fmla="*/ 1294792 w 13239345"/>
              <a:gd name="connsiteY0-240" fmla="*/ 607 h 1809343"/>
              <a:gd name="connsiteX1-241" fmla="*/ 6741268 w 13239345"/>
              <a:gd name="connsiteY1-242" fmla="*/ 1643974 h 1809343"/>
              <a:gd name="connsiteX2-243" fmla="*/ 12169303 w 13239345"/>
              <a:gd name="connsiteY2-244" fmla="*/ 0 h 1809343"/>
              <a:gd name="connsiteX3-245" fmla="*/ 13239345 w 13239345"/>
              <a:gd name="connsiteY3-246" fmla="*/ 214007 h 1809343"/>
              <a:gd name="connsiteX4-247" fmla="*/ 6750996 w 13239345"/>
              <a:gd name="connsiteY4-248" fmla="*/ 1809343 h 1809343"/>
              <a:gd name="connsiteX5-249" fmla="*/ 0 w 13239345"/>
              <a:gd name="connsiteY5-250" fmla="*/ 165369 h 1809343"/>
              <a:gd name="connsiteX6-251" fmla="*/ 1294792 w 13239345"/>
              <a:gd name="connsiteY6-252" fmla="*/ 607 h 1809343"/>
              <a:gd name="connsiteX0-253" fmla="*/ 1294792 w 13239345"/>
              <a:gd name="connsiteY0-254" fmla="*/ 607 h 1809343"/>
              <a:gd name="connsiteX1-255" fmla="*/ 6741268 w 13239345"/>
              <a:gd name="connsiteY1-256" fmla="*/ 1643974 h 1809343"/>
              <a:gd name="connsiteX2-257" fmla="*/ 12169303 w 13239345"/>
              <a:gd name="connsiteY2-258" fmla="*/ 0 h 1809343"/>
              <a:gd name="connsiteX3-259" fmla="*/ 13239345 w 13239345"/>
              <a:gd name="connsiteY3-260" fmla="*/ 214007 h 1809343"/>
              <a:gd name="connsiteX4-261" fmla="*/ 6750996 w 13239345"/>
              <a:gd name="connsiteY4-262" fmla="*/ 1809343 h 1809343"/>
              <a:gd name="connsiteX5-263" fmla="*/ 0 w 13239345"/>
              <a:gd name="connsiteY5-264" fmla="*/ 165369 h 1809343"/>
              <a:gd name="connsiteX6-265" fmla="*/ 1294792 w 13239345"/>
              <a:gd name="connsiteY6-266" fmla="*/ 607 h 1809343"/>
              <a:gd name="connsiteX0-267" fmla="*/ 1294792 w 13239345"/>
              <a:gd name="connsiteY0-268" fmla="*/ 607 h 1809343"/>
              <a:gd name="connsiteX1-269" fmla="*/ 6741268 w 13239345"/>
              <a:gd name="connsiteY1-270" fmla="*/ 1643974 h 1809343"/>
              <a:gd name="connsiteX2-271" fmla="*/ 12169303 w 13239345"/>
              <a:gd name="connsiteY2-272" fmla="*/ 0 h 1809343"/>
              <a:gd name="connsiteX3-273" fmla="*/ 13239345 w 13239345"/>
              <a:gd name="connsiteY3-274" fmla="*/ 214007 h 1809343"/>
              <a:gd name="connsiteX4-275" fmla="*/ 6750996 w 13239345"/>
              <a:gd name="connsiteY4-276" fmla="*/ 1809343 h 1809343"/>
              <a:gd name="connsiteX5-277" fmla="*/ 0 w 13239345"/>
              <a:gd name="connsiteY5-278" fmla="*/ 165369 h 1809343"/>
              <a:gd name="connsiteX6-279" fmla="*/ 1294792 w 13239345"/>
              <a:gd name="connsiteY6-280" fmla="*/ 607 h 1809343"/>
              <a:gd name="connsiteX0-281" fmla="*/ 1294792 w 13239345"/>
              <a:gd name="connsiteY0-282" fmla="*/ 607 h 1809343"/>
              <a:gd name="connsiteX1-283" fmla="*/ 6741268 w 13239345"/>
              <a:gd name="connsiteY1-284" fmla="*/ 1643974 h 1809343"/>
              <a:gd name="connsiteX2-285" fmla="*/ 12169303 w 13239345"/>
              <a:gd name="connsiteY2-286" fmla="*/ 0 h 1809343"/>
              <a:gd name="connsiteX3-287" fmla="*/ 13239345 w 13239345"/>
              <a:gd name="connsiteY3-288" fmla="*/ 214007 h 1809343"/>
              <a:gd name="connsiteX4-289" fmla="*/ 6750996 w 13239345"/>
              <a:gd name="connsiteY4-290" fmla="*/ 1809343 h 1809343"/>
              <a:gd name="connsiteX5-291" fmla="*/ 0 w 13239345"/>
              <a:gd name="connsiteY5-292" fmla="*/ 165369 h 1809343"/>
              <a:gd name="connsiteX6-293" fmla="*/ 1294792 w 13239345"/>
              <a:gd name="connsiteY6-294" fmla="*/ 607 h 1809343"/>
              <a:gd name="connsiteX0-295" fmla="*/ 1294792 w 12651516"/>
              <a:gd name="connsiteY0-296" fmla="*/ 607 h 1809343"/>
              <a:gd name="connsiteX1-297" fmla="*/ 6741268 w 12651516"/>
              <a:gd name="connsiteY1-298" fmla="*/ 1643974 h 1809343"/>
              <a:gd name="connsiteX2-299" fmla="*/ 12169303 w 12651516"/>
              <a:gd name="connsiteY2-300" fmla="*/ 0 h 1809343"/>
              <a:gd name="connsiteX3-301" fmla="*/ 12651516 w 12651516"/>
              <a:gd name="connsiteY3-302" fmla="*/ 83379 h 1809343"/>
              <a:gd name="connsiteX4-303" fmla="*/ 6750996 w 12651516"/>
              <a:gd name="connsiteY4-304" fmla="*/ 1809343 h 1809343"/>
              <a:gd name="connsiteX5-305" fmla="*/ 0 w 12651516"/>
              <a:gd name="connsiteY5-306" fmla="*/ 165369 h 1809343"/>
              <a:gd name="connsiteX6-307" fmla="*/ 1294792 w 12651516"/>
              <a:gd name="connsiteY6-308" fmla="*/ 607 h 1809343"/>
              <a:gd name="connsiteX0-309" fmla="*/ 1294792 w 12564431"/>
              <a:gd name="connsiteY0-310" fmla="*/ 607 h 1809343"/>
              <a:gd name="connsiteX1-311" fmla="*/ 6741268 w 12564431"/>
              <a:gd name="connsiteY1-312" fmla="*/ 1643974 h 1809343"/>
              <a:gd name="connsiteX2-313" fmla="*/ 12169303 w 12564431"/>
              <a:gd name="connsiteY2-314" fmla="*/ 0 h 1809343"/>
              <a:gd name="connsiteX3-315" fmla="*/ 12564431 w 12564431"/>
              <a:gd name="connsiteY3-316" fmla="*/ 83379 h 1809343"/>
              <a:gd name="connsiteX4-317" fmla="*/ 6750996 w 12564431"/>
              <a:gd name="connsiteY4-318" fmla="*/ 1809343 h 1809343"/>
              <a:gd name="connsiteX5-319" fmla="*/ 0 w 12564431"/>
              <a:gd name="connsiteY5-320" fmla="*/ 165369 h 1809343"/>
              <a:gd name="connsiteX6-321" fmla="*/ 1294792 w 12564431"/>
              <a:gd name="connsiteY6-322" fmla="*/ 607 h 1809343"/>
              <a:gd name="connsiteX0-323" fmla="*/ 423935 w 11693574"/>
              <a:gd name="connsiteY0-324" fmla="*/ 607 h 1809343"/>
              <a:gd name="connsiteX1-325" fmla="*/ 5870411 w 11693574"/>
              <a:gd name="connsiteY1-326" fmla="*/ 1643974 h 1809343"/>
              <a:gd name="connsiteX2-327" fmla="*/ 11298446 w 11693574"/>
              <a:gd name="connsiteY2-328" fmla="*/ 0 h 1809343"/>
              <a:gd name="connsiteX3-329" fmla="*/ 11693574 w 11693574"/>
              <a:gd name="connsiteY3-330" fmla="*/ 83379 h 1809343"/>
              <a:gd name="connsiteX4-331" fmla="*/ 5880139 w 11693574"/>
              <a:gd name="connsiteY4-332" fmla="*/ 1809343 h 1809343"/>
              <a:gd name="connsiteX5-333" fmla="*/ 0 w 11693574"/>
              <a:gd name="connsiteY5-334" fmla="*/ 45626 h 1809343"/>
              <a:gd name="connsiteX6-335" fmla="*/ 423935 w 11693574"/>
              <a:gd name="connsiteY6-336" fmla="*/ 607 h 1809343"/>
              <a:gd name="connsiteX0-337" fmla="*/ 423935 w 11693574"/>
              <a:gd name="connsiteY0-338" fmla="*/ 607 h 1733143"/>
              <a:gd name="connsiteX1-339" fmla="*/ 5870411 w 11693574"/>
              <a:gd name="connsiteY1-340" fmla="*/ 1643974 h 1733143"/>
              <a:gd name="connsiteX2-341" fmla="*/ 11298446 w 11693574"/>
              <a:gd name="connsiteY2-342" fmla="*/ 0 h 1733143"/>
              <a:gd name="connsiteX3-343" fmla="*/ 11693574 w 11693574"/>
              <a:gd name="connsiteY3-344" fmla="*/ 83379 h 1733143"/>
              <a:gd name="connsiteX4-345" fmla="*/ 5880139 w 11693574"/>
              <a:gd name="connsiteY4-346" fmla="*/ 1733143 h 1733143"/>
              <a:gd name="connsiteX5-347" fmla="*/ 0 w 11693574"/>
              <a:gd name="connsiteY5-348" fmla="*/ 45626 h 1733143"/>
              <a:gd name="connsiteX6-349" fmla="*/ 423935 w 11693574"/>
              <a:gd name="connsiteY6-350" fmla="*/ 607 h 1733143"/>
              <a:gd name="connsiteX0-351" fmla="*/ 423935 w 11709902"/>
              <a:gd name="connsiteY0-352" fmla="*/ 607 h 1733143"/>
              <a:gd name="connsiteX1-353" fmla="*/ 5870411 w 11709902"/>
              <a:gd name="connsiteY1-354" fmla="*/ 1643974 h 1733143"/>
              <a:gd name="connsiteX2-355" fmla="*/ 11298446 w 11709902"/>
              <a:gd name="connsiteY2-356" fmla="*/ 0 h 1733143"/>
              <a:gd name="connsiteX3-357" fmla="*/ 11709902 w 11709902"/>
              <a:gd name="connsiteY3-358" fmla="*/ 83379 h 1733143"/>
              <a:gd name="connsiteX4-359" fmla="*/ 5880139 w 11709902"/>
              <a:gd name="connsiteY4-360" fmla="*/ 1733143 h 1733143"/>
              <a:gd name="connsiteX5-361" fmla="*/ 0 w 11709902"/>
              <a:gd name="connsiteY5-362" fmla="*/ 45626 h 1733143"/>
              <a:gd name="connsiteX6-363" fmla="*/ 423935 w 11709902"/>
              <a:gd name="connsiteY6-364" fmla="*/ 607 h 1733143"/>
              <a:gd name="connsiteX0-365" fmla="*/ 423935 w 11571109"/>
              <a:gd name="connsiteY0-366" fmla="*/ 607 h 1733143"/>
              <a:gd name="connsiteX1-367" fmla="*/ 5870411 w 11571109"/>
              <a:gd name="connsiteY1-368" fmla="*/ 1643974 h 1733143"/>
              <a:gd name="connsiteX2-369" fmla="*/ 11298446 w 11571109"/>
              <a:gd name="connsiteY2-370" fmla="*/ 0 h 1733143"/>
              <a:gd name="connsiteX3-371" fmla="*/ 11571109 w 11571109"/>
              <a:gd name="connsiteY3-372" fmla="*/ 116036 h 1733143"/>
              <a:gd name="connsiteX4-373" fmla="*/ 5880139 w 11571109"/>
              <a:gd name="connsiteY4-374" fmla="*/ 1733143 h 1733143"/>
              <a:gd name="connsiteX5-375" fmla="*/ 0 w 11571109"/>
              <a:gd name="connsiteY5-376" fmla="*/ 45626 h 1733143"/>
              <a:gd name="connsiteX6-377" fmla="*/ 423935 w 11571109"/>
              <a:gd name="connsiteY6-378" fmla="*/ 607 h 1733143"/>
              <a:gd name="connsiteX0-379" fmla="*/ 423935 w 11579274"/>
              <a:gd name="connsiteY0-380" fmla="*/ 607 h 1733143"/>
              <a:gd name="connsiteX1-381" fmla="*/ 5870411 w 11579274"/>
              <a:gd name="connsiteY1-382" fmla="*/ 1643974 h 1733143"/>
              <a:gd name="connsiteX2-383" fmla="*/ 11298446 w 11579274"/>
              <a:gd name="connsiteY2-384" fmla="*/ 0 h 1733143"/>
              <a:gd name="connsiteX3-385" fmla="*/ 11579274 w 11579274"/>
              <a:gd name="connsiteY3-386" fmla="*/ 116036 h 1733143"/>
              <a:gd name="connsiteX4-387" fmla="*/ 5880139 w 11579274"/>
              <a:gd name="connsiteY4-388" fmla="*/ 1733143 h 1733143"/>
              <a:gd name="connsiteX5-389" fmla="*/ 0 w 11579274"/>
              <a:gd name="connsiteY5-390" fmla="*/ 45626 h 1733143"/>
              <a:gd name="connsiteX6-391" fmla="*/ 423935 w 11579274"/>
              <a:gd name="connsiteY6-392" fmla="*/ 607 h 1733143"/>
              <a:gd name="connsiteX0-393" fmla="*/ 423935 w 11579274"/>
              <a:gd name="connsiteY0-394" fmla="*/ 0 h 1732536"/>
              <a:gd name="connsiteX1-395" fmla="*/ 5870411 w 11579274"/>
              <a:gd name="connsiteY1-396" fmla="*/ 1643367 h 1732536"/>
              <a:gd name="connsiteX2-397" fmla="*/ 11233132 w 11579274"/>
              <a:gd name="connsiteY2-398" fmla="*/ 48379 h 1732536"/>
              <a:gd name="connsiteX3-399" fmla="*/ 11579274 w 11579274"/>
              <a:gd name="connsiteY3-400" fmla="*/ 115429 h 1732536"/>
              <a:gd name="connsiteX4-401" fmla="*/ 5880139 w 11579274"/>
              <a:gd name="connsiteY4-402" fmla="*/ 1732536 h 1732536"/>
              <a:gd name="connsiteX5-403" fmla="*/ 0 w 11579274"/>
              <a:gd name="connsiteY5-404" fmla="*/ 45019 h 1732536"/>
              <a:gd name="connsiteX6-405" fmla="*/ 423935 w 11579274"/>
              <a:gd name="connsiteY6-406" fmla="*/ 0 h 1732536"/>
              <a:gd name="connsiteX0-407" fmla="*/ 423935 w 11579274"/>
              <a:gd name="connsiteY0-408" fmla="*/ 0 h 1732536"/>
              <a:gd name="connsiteX1-409" fmla="*/ 5870411 w 11579274"/>
              <a:gd name="connsiteY1-410" fmla="*/ 1643367 h 1732536"/>
              <a:gd name="connsiteX2-411" fmla="*/ 11241297 w 11579274"/>
              <a:gd name="connsiteY2-412" fmla="*/ 32050 h 1732536"/>
              <a:gd name="connsiteX3-413" fmla="*/ 11579274 w 11579274"/>
              <a:gd name="connsiteY3-414" fmla="*/ 115429 h 1732536"/>
              <a:gd name="connsiteX4-415" fmla="*/ 5880139 w 11579274"/>
              <a:gd name="connsiteY4-416" fmla="*/ 1732536 h 1732536"/>
              <a:gd name="connsiteX5-417" fmla="*/ 0 w 11579274"/>
              <a:gd name="connsiteY5-418" fmla="*/ 45019 h 1732536"/>
              <a:gd name="connsiteX6-419" fmla="*/ 423935 w 11579274"/>
              <a:gd name="connsiteY6-420" fmla="*/ 0 h 1732536"/>
              <a:gd name="connsiteX0-421" fmla="*/ 423935 w 11579274"/>
              <a:gd name="connsiteY0-422" fmla="*/ 0 h 1732536"/>
              <a:gd name="connsiteX1-423" fmla="*/ 5870411 w 11579274"/>
              <a:gd name="connsiteY1-424" fmla="*/ 1643367 h 1732536"/>
              <a:gd name="connsiteX2-425" fmla="*/ 11241297 w 11579274"/>
              <a:gd name="connsiteY2-426" fmla="*/ 32050 h 1732536"/>
              <a:gd name="connsiteX3-427" fmla="*/ 11579274 w 11579274"/>
              <a:gd name="connsiteY3-428" fmla="*/ 115429 h 1732536"/>
              <a:gd name="connsiteX4-429" fmla="*/ 5880139 w 11579274"/>
              <a:gd name="connsiteY4-430" fmla="*/ 1732536 h 1732536"/>
              <a:gd name="connsiteX5-431" fmla="*/ 0 w 11579274"/>
              <a:gd name="connsiteY5-432" fmla="*/ 45019 h 1732536"/>
              <a:gd name="connsiteX6-433" fmla="*/ 423935 w 11579274"/>
              <a:gd name="connsiteY6-434" fmla="*/ 0 h 1732536"/>
              <a:gd name="connsiteX0-435" fmla="*/ 423935 w 11579274"/>
              <a:gd name="connsiteY0-436" fmla="*/ 0 h 1732536"/>
              <a:gd name="connsiteX1-437" fmla="*/ 5870411 w 11579274"/>
              <a:gd name="connsiteY1-438" fmla="*/ 1643367 h 1732536"/>
              <a:gd name="connsiteX2-439" fmla="*/ 11224968 w 11579274"/>
              <a:gd name="connsiteY2-440" fmla="*/ 48379 h 1732536"/>
              <a:gd name="connsiteX3-441" fmla="*/ 11579274 w 11579274"/>
              <a:gd name="connsiteY3-442" fmla="*/ 115429 h 1732536"/>
              <a:gd name="connsiteX4-443" fmla="*/ 5880139 w 11579274"/>
              <a:gd name="connsiteY4-444" fmla="*/ 1732536 h 1732536"/>
              <a:gd name="connsiteX5-445" fmla="*/ 0 w 11579274"/>
              <a:gd name="connsiteY5-446" fmla="*/ 45019 h 1732536"/>
              <a:gd name="connsiteX6-447" fmla="*/ 423935 w 11579274"/>
              <a:gd name="connsiteY6-448" fmla="*/ 0 h 1732536"/>
              <a:gd name="connsiteX0-449" fmla="*/ 219828 w 11375167"/>
              <a:gd name="connsiteY0-450" fmla="*/ 0 h 1732536"/>
              <a:gd name="connsiteX1-451" fmla="*/ 5666304 w 11375167"/>
              <a:gd name="connsiteY1-452" fmla="*/ 1643367 h 1732536"/>
              <a:gd name="connsiteX2-453" fmla="*/ 11020861 w 11375167"/>
              <a:gd name="connsiteY2-454" fmla="*/ 48379 h 1732536"/>
              <a:gd name="connsiteX3-455" fmla="*/ 11375167 w 11375167"/>
              <a:gd name="connsiteY3-456" fmla="*/ 115429 h 1732536"/>
              <a:gd name="connsiteX4-457" fmla="*/ 5676032 w 11375167"/>
              <a:gd name="connsiteY4-458" fmla="*/ 1732536 h 1732536"/>
              <a:gd name="connsiteX5-459" fmla="*/ 0 w 11375167"/>
              <a:gd name="connsiteY5-460" fmla="*/ 77676 h 1732536"/>
              <a:gd name="connsiteX6-461" fmla="*/ 219828 w 11375167"/>
              <a:gd name="connsiteY6-462" fmla="*/ 0 h 1732536"/>
              <a:gd name="connsiteX0-463" fmla="*/ 293307 w 11375167"/>
              <a:gd name="connsiteY0-464" fmla="*/ 0 h 1708044"/>
              <a:gd name="connsiteX1-465" fmla="*/ 5666304 w 11375167"/>
              <a:gd name="connsiteY1-466" fmla="*/ 1618875 h 1708044"/>
              <a:gd name="connsiteX2-467" fmla="*/ 11020861 w 11375167"/>
              <a:gd name="connsiteY2-468" fmla="*/ 23887 h 1708044"/>
              <a:gd name="connsiteX3-469" fmla="*/ 11375167 w 11375167"/>
              <a:gd name="connsiteY3-470" fmla="*/ 90937 h 1708044"/>
              <a:gd name="connsiteX4-471" fmla="*/ 5676032 w 11375167"/>
              <a:gd name="connsiteY4-472" fmla="*/ 1708044 h 1708044"/>
              <a:gd name="connsiteX5-473" fmla="*/ 0 w 11375167"/>
              <a:gd name="connsiteY5-474" fmla="*/ 53184 h 1708044"/>
              <a:gd name="connsiteX6-475" fmla="*/ 293307 w 11375167"/>
              <a:gd name="connsiteY6-476" fmla="*/ 0 h 1708044"/>
              <a:gd name="connsiteX0-477" fmla="*/ 317800 w 11375167"/>
              <a:gd name="connsiteY0-478" fmla="*/ 606 h 1684157"/>
              <a:gd name="connsiteX1-479" fmla="*/ 5666304 w 11375167"/>
              <a:gd name="connsiteY1-480" fmla="*/ 1594988 h 1684157"/>
              <a:gd name="connsiteX2-481" fmla="*/ 11020861 w 11375167"/>
              <a:gd name="connsiteY2-482" fmla="*/ 0 h 1684157"/>
              <a:gd name="connsiteX3-483" fmla="*/ 11375167 w 11375167"/>
              <a:gd name="connsiteY3-484" fmla="*/ 67050 h 1684157"/>
              <a:gd name="connsiteX4-485" fmla="*/ 5676032 w 11375167"/>
              <a:gd name="connsiteY4-486" fmla="*/ 1684157 h 1684157"/>
              <a:gd name="connsiteX5-487" fmla="*/ 0 w 11375167"/>
              <a:gd name="connsiteY5-488" fmla="*/ 29297 h 1684157"/>
              <a:gd name="connsiteX6-489" fmla="*/ 317800 w 11375167"/>
              <a:gd name="connsiteY6-490" fmla="*/ 606 h 1684157"/>
              <a:gd name="connsiteX0-491" fmla="*/ 285142 w 11342509"/>
              <a:gd name="connsiteY0-492" fmla="*/ 606 h 1684157"/>
              <a:gd name="connsiteX1-493" fmla="*/ 5633646 w 11342509"/>
              <a:gd name="connsiteY1-494" fmla="*/ 1594988 h 1684157"/>
              <a:gd name="connsiteX2-495" fmla="*/ 10988203 w 11342509"/>
              <a:gd name="connsiteY2-496" fmla="*/ 0 h 1684157"/>
              <a:gd name="connsiteX3-497" fmla="*/ 11342509 w 11342509"/>
              <a:gd name="connsiteY3-498" fmla="*/ 67050 h 1684157"/>
              <a:gd name="connsiteX4-499" fmla="*/ 5643374 w 11342509"/>
              <a:gd name="connsiteY4-500" fmla="*/ 1684157 h 1684157"/>
              <a:gd name="connsiteX5-501" fmla="*/ 0 w 11342509"/>
              <a:gd name="connsiteY5-502" fmla="*/ 29297 h 1684157"/>
              <a:gd name="connsiteX6-503" fmla="*/ 285142 w 11342509"/>
              <a:gd name="connsiteY6-504" fmla="*/ 606 h 1684157"/>
              <a:gd name="connsiteX0-505" fmla="*/ 276977 w 11342509"/>
              <a:gd name="connsiteY0-506" fmla="*/ 0 h 1691715"/>
              <a:gd name="connsiteX1-507" fmla="*/ 5633646 w 11342509"/>
              <a:gd name="connsiteY1-508" fmla="*/ 1602546 h 1691715"/>
              <a:gd name="connsiteX2-509" fmla="*/ 10988203 w 11342509"/>
              <a:gd name="connsiteY2-510" fmla="*/ 7558 h 1691715"/>
              <a:gd name="connsiteX3-511" fmla="*/ 11342509 w 11342509"/>
              <a:gd name="connsiteY3-512" fmla="*/ 74608 h 1691715"/>
              <a:gd name="connsiteX4-513" fmla="*/ 5643374 w 11342509"/>
              <a:gd name="connsiteY4-514" fmla="*/ 1691715 h 1691715"/>
              <a:gd name="connsiteX5-515" fmla="*/ 0 w 11342509"/>
              <a:gd name="connsiteY5-516" fmla="*/ 36855 h 1691715"/>
              <a:gd name="connsiteX6-517" fmla="*/ 276977 w 11342509"/>
              <a:gd name="connsiteY6-518" fmla="*/ 0 h 1691715"/>
              <a:gd name="connsiteX0-519" fmla="*/ 276977 w 11342509"/>
              <a:gd name="connsiteY0-520" fmla="*/ 0 h 1691715"/>
              <a:gd name="connsiteX1-521" fmla="*/ 5633646 w 11342509"/>
              <a:gd name="connsiteY1-522" fmla="*/ 1602546 h 1691715"/>
              <a:gd name="connsiteX2-523" fmla="*/ 11018020 w 11342509"/>
              <a:gd name="connsiteY2-524" fmla="*/ 17498 h 1691715"/>
              <a:gd name="connsiteX3-525" fmla="*/ 11342509 w 11342509"/>
              <a:gd name="connsiteY3-526" fmla="*/ 74608 h 1691715"/>
              <a:gd name="connsiteX4-527" fmla="*/ 5643374 w 11342509"/>
              <a:gd name="connsiteY4-528" fmla="*/ 1691715 h 1691715"/>
              <a:gd name="connsiteX5-529" fmla="*/ 0 w 11342509"/>
              <a:gd name="connsiteY5-530" fmla="*/ 36855 h 1691715"/>
              <a:gd name="connsiteX6-531" fmla="*/ 276977 w 11342509"/>
              <a:gd name="connsiteY6-532" fmla="*/ 0 h 1691715"/>
              <a:gd name="connsiteX0-533" fmla="*/ 276977 w 11342509"/>
              <a:gd name="connsiteY0-534" fmla="*/ 0 h 1691715"/>
              <a:gd name="connsiteX1-535" fmla="*/ 5633646 w 11342509"/>
              <a:gd name="connsiteY1-536" fmla="*/ 1602546 h 1691715"/>
              <a:gd name="connsiteX2-537" fmla="*/ 11018020 w 11342509"/>
              <a:gd name="connsiteY2-538" fmla="*/ 17498 h 1691715"/>
              <a:gd name="connsiteX3-539" fmla="*/ 11342509 w 11342509"/>
              <a:gd name="connsiteY3-540" fmla="*/ 74608 h 1691715"/>
              <a:gd name="connsiteX4-541" fmla="*/ 5643374 w 11342509"/>
              <a:gd name="connsiteY4-542" fmla="*/ 1691715 h 1691715"/>
              <a:gd name="connsiteX5-543" fmla="*/ 0 w 11342509"/>
              <a:gd name="connsiteY5-544" fmla="*/ 36855 h 1691715"/>
              <a:gd name="connsiteX6-545" fmla="*/ 276977 w 11342509"/>
              <a:gd name="connsiteY6-546" fmla="*/ 0 h 1691715"/>
              <a:gd name="connsiteX0-547" fmla="*/ 276977 w 11342509"/>
              <a:gd name="connsiteY0-548" fmla="*/ 0 h 1691715"/>
              <a:gd name="connsiteX1-549" fmla="*/ 5633646 w 11342509"/>
              <a:gd name="connsiteY1-550" fmla="*/ 1602546 h 1691715"/>
              <a:gd name="connsiteX2-551" fmla="*/ 11047837 w 11342509"/>
              <a:gd name="connsiteY2-552" fmla="*/ 17498 h 1691715"/>
              <a:gd name="connsiteX3-553" fmla="*/ 11342509 w 11342509"/>
              <a:gd name="connsiteY3-554" fmla="*/ 74608 h 1691715"/>
              <a:gd name="connsiteX4-555" fmla="*/ 5643374 w 11342509"/>
              <a:gd name="connsiteY4-556" fmla="*/ 1691715 h 1691715"/>
              <a:gd name="connsiteX5-557" fmla="*/ 0 w 11342509"/>
              <a:gd name="connsiteY5-558" fmla="*/ 36855 h 1691715"/>
              <a:gd name="connsiteX6-559" fmla="*/ 276977 w 11342509"/>
              <a:gd name="connsiteY6-560" fmla="*/ 0 h 1691715"/>
              <a:gd name="connsiteX0-561" fmla="*/ 276977 w 11342509"/>
              <a:gd name="connsiteY0-562" fmla="*/ 0 h 1691715"/>
              <a:gd name="connsiteX1-563" fmla="*/ 5633646 w 11342509"/>
              <a:gd name="connsiteY1-564" fmla="*/ 1602546 h 1691715"/>
              <a:gd name="connsiteX2-565" fmla="*/ 11080494 w 11342509"/>
              <a:gd name="connsiteY2-566" fmla="*/ 17498 h 1691715"/>
              <a:gd name="connsiteX3-567" fmla="*/ 11342509 w 11342509"/>
              <a:gd name="connsiteY3-568" fmla="*/ 74608 h 1691715"/>
              <a:gd name="connsiteX4-569" fmla="*/ 5643374 w 11342509"/>
              <a:gd name="connsiteY4-570" fmla="*/ 1691715 h 1691715"/>
              <a:gd name="connsiteX5-571" fmla="*/ 0 w 11342509"/>
              <a:gd name="connsiteY5-572" fmla="*/ 36855 h 1691715"/>
              <a:gd name="connsiteX6-573" fmla="*/ 276977 w 11342509"/>
              <a:gd name="connsiteY6-574" fmla="*/ 0 h 1691715"/>
              <a:gd name="connsiteX0-575" fmla="*/ 276977 w 11342509"/>
              <a:gd name="connsiteY0-576" fmla="*/ 0 h 1691715"/>
              <a:gd name="connsiteX1-577" fmla="*/ 5633646 w 11342509"/>
              <a:gd name="connsiteY1-578" fmla="*/ 1602546 h 1691715"/>
              <a:gd name="connsiteX2-579" fmla="*/ 11080494 w 11342509"/>
              <a:gd name="connsiteY2-580" fmla="*/ 17498 h 1691715"/>
              <a:gd name="connsiteX3-581" fmla="*/ 11342509 w 11342509"/>
              <a:gd name="connsiteY3-582" fmla="*/ 74608 h 1691715"/>
              <a:gd name="connsiteX4-583" fmla="*/ 5643374 w 11342509"/>
              <a:gd name="connsiteY4-584" fmla="*/ 1691715 h 1691715"/>
              <a:gd name="connsiteX5-585" fmla="*/ 0 w 11342509"/>
              <a:gd name="connsiteY5-586" fmla="*/ 36855 h 1691715"/>
              <a:gd name="connsiteX6-587" fmla="*/ 276977 w 11342509"/>
              <a:gd name="connsiteY6-588" fmla="*/ 0 h 1691715"/>
              <a:gd name="connsiteX0-589" fmla="*/ 276977 w 11342509"/>
              <a:gd name="connsiteY0-590" fmla="*/ 0 h 1691715"/>
              <a:gd name="connsiteX1-591" fmla="*/ 5633646 w 11342509"/>
              <a:gd name="connsiteY1-592" fmla="*/ 1602546 h 1691715"/>
              <a:gd name="connsiteX2-593" fmla="*/ 11080494 w 11342509"/>
              <a:gd name="connsiteY2-594" fmla="*/ 17498 h 1691715"/>
              <a:gd name="connsiteX3-595" fmla="*/ 11342509 w 11342509"/>
              <a:gd name="connsiteY3-596" fmla="*/ 74608 h 1691715"/>
              <a:gd name="connsiteX4-597" fmla="*/ 5643374 w 11342509"/>
              <a:gd name="connsiteY4-598" fmla="*/ 1691715 h 1691715"/>
              <a:gd name="connsiteX5-599" fmla="*/ 0 w 11342509"/>
              <a:gd name="connsiteY5-600" fmla="*/ 36855 h 1691715"/>
              <a:gd name="connsiteX6-601" fmla="*/ 276977 w 11342509"/>
              <a:gd name="connsiteY6-602" fmla="*/ 0 h 1691715"/>
              <a:gd name="connsiteX0-603" fmla="*/ 276977 w 11342509"/>
              <a:gd name="connsiteY0-604" fmla="*/ 0 h 1691715"/>
              <a:gd name="connsiteX1-605" fmla="*/ 5643806 w 11342509"/>
              <a:gd name="connsiteY1-606" fmla="*/ 1602546 h 1691715"/>
              <a:gd name="connsiteX2-607" fmla="*/ 11080494 w 11342509"/>
              <a:gd name="connsiteY2-608" fmla="*/ 17498 h 1691715"/>
              <a:gd name="connsiteX3-609" fmla="*/ 11342509 w 11342509"/>
              <a:gd name="connsiteY3-610" fmla="*/ 74608 h 1691715"/>
              <a:gd name="connsiteX4-611" fmla="*/ 5643374 w 11342509"/>
              <a:gd name="connsiteY4-612" fmla="*/ 1691715 h 1691715"/>
              <a:gd name="connsiteX5-613" fmla="*/ 0 w 11342509"/>
              <a:gd name="connsiteY5-614" fmla="*/ 36855 h 1691715"/>
              <a:gd name="connsiteX6-615" fmla="*/ 276977 w 11342509"/>
              <a:gd name="connsiteY6-616" fmla="*/ 0 h 1691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a:spLocks noGrp="1"/>
          </p:cNvSpPr>
          <p:nvPr>
            <p:ph type="body" sz="quarter" idx="13"/>
          </p:nvPr>
        </p:nvSpPr>
        <p:spPr>
          <a:xfrm>
            <a:off x="1788795" y="4150995"/>
            <a:ext cx="8145780" cy="645160"/>
          </a:xfrm>
        </p:spPr>
        <p:txBody>
          <a:bodyPr wrap="square"/>
          <a:lstStyle/>
          <a:p>
            <a:pPr algn="ctr"/>
            <a:r>
              <a:rPr lang="en-US" sz="3600" dirty="0"/>
              <a:t>DDL-Master </a:t>
            </a:r>
            <a:r>
              <a:rPr lang="zh-CN" altLang="en-US" sz="3600" dirty="0"/>
              <a:t>课程展示</a:t>
            </a:r>
            <a:endParaRPr lang="zh-CN" alt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占位符 34"/>
          <p:cNvPicPr>
            <a:picLocks noGrp="1" noChangeAspect="1"/>
          </p:cNvPicPr>
          <p:nvPr>
            <p:ph type="pic" idx="10"/>
          </p:nvPr>
        </p:nvPicPr>
        <p:blipFill>
          <a:blip r:embed="rId1"/>
          <a:srcRect l="44" r="44"/>
          <a:stretch>
            <a:fillRect/>
          </a:stretch>
        </p:blipFill>
        <p:spPr>
          <a:xfrm>
            <a:off x="0" y="-3175"/>
            <a:ext cx="12192000" cy="3429000"/>
          </a:xfrm>
        </p:spPr>
      </p:pic>
      <p:sp>
        <p:nvSpPr>
          <p:cNvPr id="5" name="矩形 4"/>
          <p:cNvSpPr/>
          <p:nvPr/>
        </p:nvSpPr>
        <p:spPr>
          <a:xfrm>
            <a:off x="1072054" y="-1"/>
            <a:ext cx="2638098" cy="5318235"/>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703020204020201" pitchFamily="34" charset="-122"/>
              <a:cs typeface="+mn-cs"/>
            </a:endParaRPr>
          </a:p>
        </p:txBody>
      </p:sp>
      <p:grpSp>
        <p:nvGrpSpPr>
          <p:cNvPr id="6" name="组合 5"/>
          <p:cNvGrpSpPr/>
          <p:nvPr/>
        </p:nvGrpSpPr>
        <p:grpSpPr>
          <a:xfrm>
            <a:off x="1650123" y="3932052"/>
            <a:ext cx="1628038" cy="1148192"/>
            <a:chOff x="1660634" y="3837459"/>
            <a:chExt cx="1628038" cy="1148192"/>
          </a:xfrm>
        </p:grpSpPr>
        <p:sp>
          <p:nvSpPr>
            <p:cNvPr id="7" name="文本框 6"/>
            <p:cNvSpPr txBox="1"/>
            <p:nvPr/>
          </p:nvSpPr>
          <p:spPr>
            <a:xfrm>
              <a:off x="1660634" y="3837459"/>
              <a:ext cx="1460938" cy="830997"/>
            </a:xfrm>
            <a:prstGeom prst="rect">
              <a:avLst/>
            </a:prstGeom>
            <a:noFill/>
          </p:spPr>
          <p:txBody>
            <a:bodyPr wrap="square" rtlCol="0">
              <a:spAutoFit/>
            </a:bodyPr>
            <a:lstStyle/>
            <a:p>
              <a:pPr marL="0" marR="0" lvl="0" indent="0" algn="dist" defTabSz="914400" eaLnBrk="1" fontAlgn="auto" latinLnBrk="0" hangingPunct="1">
                <a:lnSpc>
                  <a:spcPct val="100000"/>
                </a:lnSpc>
                <a:spcBef>
                  <a:spcPts val="0"/>
                </a:spcBef>
                <a:spcAft>
                  <a:spcPts val="0"/>
                </a:spcAft>
                <a:buClrTx/>
                <a:buSzTx/>
                <a:buFontTx/>
                <a:buNone/>
                <a:defRPr/>
              </a:pPr>
              <a:r>
                <a:rPr kumimoji="0" lang="zh-CN" altLang="en-US" sz="4800" b="1" i="0" u="none" strike="noStrike" kern="0" cap="none" spc="0" normalizeH="0" baseline="0" noProof="0" dirty="0">
                  <a:ln>
                    <a:noFill/>
                  </a:ln>
                  <a:solidFill>
                    <a:schemeClr val="bg1"/>
                  </a:solidFill>
                  <a:effectLst/>
                  <a:uLnTx/>
                  <a:uFillTx/>
                  <a:latin typeface="微软雅黑" panose="020B0703020204020201" pitchFamily="34" charset="-122"/>
                </a:rPr>
                <a:t>目录</a:t>
              </a:r>
              <a:endParaRPr kumimoji="0" lang="zh-CN" altLang="en-US" sz="4800" b="1" i="0" u="none" strike="noStrike" kern="0" cap="none" spc="0" normalizeH="0" baseline="0" noProof="0" dirty="0">
                <a:ln>
                  <a:noFill/>
                </a:ln>
                <a:solidFill>
                  <a:schemeClr val="bg1"/>
                </a:solidFill>
                <a:effectLst/>
                <a:uLnTx/>
                <a:uFillTx/>
                <a:latin typeface="微软雅黑" panose="020B0703020204020201" pitchFamily="34" charset="-122"/>
              </a:endParaRPr>
            </a:p>
          </p:txBody>
        </p:sp>
        <p:sp>
          <p:nvSpPr>
            <p:cNvPr id="8" name="文本框 7"/>
            <p:cNvSpPr txBox="1"/>
            <p:nvPr/>
          </p:nvSpPr>
          <p:spPr>
            <a:xfrm>
              <a:off x="1722631" y="4585541"/>
              <a:ext cx="156604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chemeClr val="bg1"/>
                  </a:solidFill>
                  <a:effectLst/>
                  <a:uLnTx/>
                  <a:uFillTx/>
                </a:rPr>
                <a:t>CONTENT</a:t>
              </a:r>
              <a:endParaRPr kumimoji="0" lang="zh-CN" altLang="en-US" sz="2000" b="0" i="0" u="none" strike="noStrike" kern="0" cap="none" spc="0" normalizeH="0" baseline="0" noProof="0" dirty="0">
                <a:ln>
                  <a:noFill/>
                </a:ln>
                <a:solidFill>
                  <a:schemeClr val="bg1"/>
                </a:solidFill>
                <a:effectLst/>
                <a:uLnTx/>
                <a:uFillTx/>
              </a:endParaRPr>
            </a:p>
          </p:txBody>
        </p:sp>
      </p:grpSp>
      <p:grpSp>
        <p:nvGrpSpPr>
          <p:cNvPr id="2" name="组合 1"/>
          <p:cNvGrpSpPr/>
          <p:nvPr/>
        </p:nvGrpSpPr>
        <p:grpSpPr>
          <a:xfrm>
            <a:off x="4667660" y="3941063"/>
            <a:ext cx="6851240" cy="2029780"/>
            <a:chOff x="4943475" y="4003240"/>
            <a:chExt cx="6851240" cy="2029780"/>
          </a:xfrm>
        </p:grpSpPr>
        <p:grpSp>
          <p:nvGrpSpPr>
            <p:cNvPr id="10" name="组合 9"/>
            <p:cNvGrpSpPr/>
            <p:nvPr/>
          </p:nvGrpSpPr>
          <p:grpSpPr>
            <a:xfrm>
              <a:off x="4943475" y="4003240"/>
              <a:ext cx="2775805" cy="621233"/>
              <a:chOff x="4575794" y="4109079"/>
              <a:chExt cx="2775805" cy="621233"/>
            </a:xfrm>
          </p:grpSpPr>
          <p:sp>
            <p:nvSpPr>
              <p:cNvPr id="17" name="矩形 16"/>
              <p:cNvSpPr/>
              <p:nvPr/>
            </p:nvSpPr>
            <p:spPr>
              <a:xfrm>
                <a:off x="4575794" y="4109079"/>
                <a:ext cx="484351" cy="609600"/>
              </a:xfrm>
              <a:prstGeom prst="rect">
                <a:avLst/>
              </a:prstGeom>
              <a:noFill/>
              <a:ln w="12700" cap="flat" cmpd="sng" algn="ctr">
                <a:noFill/>
                <a:prstDash val="solid"/>
                <a:miter lim="800000"/>
              </a:ln>
              <a:effectLst/>
            </p:spPr>
            <p:txBody>
              <a:bodyPr lIns="0" rIns="0"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schemeClr val="accent1"/>
                    </a:solidFill>
                    <a:effectLst/>
                    <a:uLnTx/>
                    <a:uFillTx/>
                    <a:latin typeface="Arial" panose="020B0604020202020204"/>
                    <a:ea typeface="思源黑体 CN Bold" panose="020B0800000000000000" pitchFamily="34" charset="-122"/>
                    <a:cs typeface="+mn-cs"/>
                  </a:rPr>
                  <a:t>01    </a:t>
                </a:r>
                <a:endParaRPr kumimoji="0" lang="zh-CN" altLang="en-US" sz="3200" b="1" i="0" u="none" strike="noStrike" kern="0" cap="none" spc="0" normalizeH="0" baseline="0" noProof="0" dirty="0">
                  <a:ln>
                    <a:noFill/>
                  </a:ln>
                  <a:solidFill>
                    <a:schemeClr val="accent1"/>
                  </a:solidFill>
                  <a:effectLst/>
                  <a:uLnTx/>
                  <a:uFillTx/>
                  <a:latin typeface="Arial" panose="020B0604020202020204"/>
                  <a:ea typeface="思源黑体 CN Bold" panose="020B0800000000000000" pitchFamily="34" charset="-122"/>
                  <a:cs typeface="+mn-cs"/>
                </a:endParaRPr>
              </a:p>
            </p:txBody>
          </p:sp>
          <p:sp>
            <p:nvSpPr>
              <p:cNvPr id="18" name="矩形 17"/>
              <p:cNvSpPr/>
              <p:nvPr/>
            </p:nvSpPr>
            <p:spPr>
              <a:xfrm>
                <a:off x="5192599" y="4120712"/>
                <a:ext cx="2159000" cy="609600"/>
              </a:xfrm>
              <a:prstGeom prst="rect">
                <a:avLst/>
              </a:prstGeom>
              <a:noFill/>
              <a:ln w="12700" cap="flat" cmpd="sng" algn="ctr">
                <a:noFill/>
                <a:prstDash val="solid"/>
                <a:miter lim="800000"/>
              </a:ln>
              <a:effectLst/>
            </p:spPr>
            <p:txBody>
              <a:bodyPr lIns="0" rIns="0"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effectLst/>
                    <a:uLnTx/>
                    <a:uFillTx/>
                    <a:latin typeface="+mj-ea"/>
                    <a:ea typeface="+mj-ea"/>
                    <a:cs typeface="+mn-cs"/>
                  </a:rPr>
                  <a:t>项目简介</a:t>
                </a:r>
                <a:r>
                  <a:rPr kumimoji="0" lang="en-US" altLang="zh-CN" sz="2800" b="1" i="0" u="none" strike="noStrike" kern="0" cap="none" spc="0" normalizeH="0" baseline="0" noProof="0" dirty="0">
                    <a:ln>
                      <a:noFill/>
                    </a:ln>
                    <a:effectLst/>
                    <a:uLnTx/>
                    <a:uFillTx/>
                    <a:latin typeface="+mj-ea"/>
                    <a:ea typeface="+mj-ea"/>
                    <a:cs typeface="+mn-cs"/>
                  </a:rPr>
                  <a:t> </a:t>
                </a:r>
                <a:endParaRPr kumimoji="0" lang="zh-CN" altLang="en-US" sz="2800" b="1" i="0" u="none" strike="noStrike" kern="0" cap="none" spc="0" normalizeH="0" baseline="0" noProof="0" dirty="0">
                  <a:ln>
                    <a:noFill/>
                  </a:ln>
                  <a:effectLst/>
                  <a:uLnTx/>
                  <a:uFillTx/>
                  <a:latin typeface="+mj-ea"/>
                  <a:ea typeface="+mj-ea"/>
                  <a:cs typeface="+mn-cs"/>
                </a:endParaRPr>
              </a:p>
            </p:txBody>
          </p:sp>
        </p:grpSp>
        <p:grpSp>
          <p:nvGrpSpPr>
            <p:cNvPr id="11" name="组合 10"/>
            <p:cNvGrpSpPr/>
            <p:nvPr/>
          </p:nvGrpSpPr>
          <p:grpSpPr>
            <a:xfrm>
              <a:off x="4943475" y="5407170"/>
              <a:ext cx="3204284" cy="625850"/>
              <a:chOff x="4572000" y="5301984"/>
              <a:chExt cx="3204284" cy="625850"/>
            </a:xfrm>
          </p:grpSpPr>
          <p:sp>
            <p:nvSpPr>
              <p:cNvPr id="15" name="矩形 14"/>
              <p:cNvSpPr/>
              <p:nvPr/>
            </p:nvSpPr>
            <p:spPr>
              <a:xfrm>
                <a:off x="4572000" y="5318234"/>
                <a:ext cx="484352" cy="609600"/>
              </a:xfrm>
              <a:prstGeom prst="rect">
                <a:avLst/>
              </a:prstGeom>
              <a:noFill/>
              <a:ln w="12700" cap="flat" cmpd="sng" algn="ctr">
                <a:noFill/>
                <a:prstDash val="solid"/>
                <a:miter lim="800000"/>
              </a:ln>
              <a:effectLst/>
            </p:spPr>
            <p:txBody>
              <a:bodyPr lIns="0" rIns="0" rtlCol="0" anchor="ctr"/>
              <a:lstStyle/>
              <a:p>
                <a:r>
                  <a:rPr lang="en-US" altLang="zh-CN" sz="3200" b="1" kern="0" dirty="0">
                    <a:solidFill>
                      <a:schemeClr val="accent1"/>
                    </a:solidFill>
                    <a:latin typeface="Arial" panose="020B0604020202020204"/>
                    <a:ea typeface="思源黑体 CN Bold" panose="020B0800000000000000" pitchFamily="34" charset="-122"/>
                  </a:rPr>
                  <a:t>03    </a:t>
                </a:r>
                <a:endParaRPr lang="zh-CN" altLang="en-US" sz="3200" b="1" kern="0" dirty="0">
                  <a:solidFill>
                    <a:schemeClr val="accent1"/>
                  </a:solidFill>
                  <a:latin typeface="Arial" panose="020B0604020202020204"/>
                  <a:ea typeface="思源黑体 CN Bold" panose="020B0800000000000000" pitchFamily="34" charset="-122"/>
                </a:endParaRPr>
              </a:p>
            </p:txBody>
          </p:sp>
          <p:sp>
            <p:nvSpPr>
              <p:cNvPr id="16" name="矩形 15"/>
              <p:cNvSpPr/>
              <p:nvPr/>
            </p:nvSpPr>
            <p:spPr>
              <a:xfrm>
                <a:off x="5188804" y="5301984"/>
                <a:ext cx="2587480" cy="609600"/>
              </a:xfrm>
              <a:prstGeom prst="rect">
                <a:avLst/>
              </a:prstGeom>
              <a:noFill/>
              <a:ln w="12700" cap="flat" cmpd="sng" algn="ctr">
                <a:noFill/>
                <a:prstDash val="solid"/>
                <a:miter lim="800000"/>
              </a:ln>
              <a:effectLst/>
            </p:spPr>
            <p:txBody>
              <a:bodyPr lIns="0" rIns="0" rtlCol="0" anchor="ctr"/>
              <a:lstStyle/>
              <a:p>
                <a:r>
                  <a:rPr lang="zh-CN" altLang="en-US" sz="2800" b="1" kern="0" dirty="0">
                    <a:latin typeface="+mj-ea"/>
                    <a:ea typeface="+mj-ea"/>
                  </a:rPr>
                  <a:t>项目详情</a:t>
                </a:r>
                <a:endParaRPr lang="zh-CN" altLang="en-US" sz="2800" b="1" kern="0" dirty="0">
                  <a:latin typeface="+mj-ea"/>
                  <a:ea typeface="+mj-ea"/>
                </a:endParaRPr>
              </a:p>
            </p:txBody>
          </p:sp>
        </p:grpSp>
        <p:grpSp>
          <p:nvGrpSpPr>
            <p:cNvPr id="12" name="组合 11"/>
            <p:cNvGrpSpPr/>
            <p:nvPr/>
          </p:nvGrpSpPr>
          <p:grpSpPr>
            <a:xfrm>
              <a:off x="4943475" y="4722855"/>
              <a:ext cx="2396850" cy="617686"/>
              <a:chOff x="4571659" y="4667709"/>
              <a:chExt cx="2396850" cy="617686"/>
            </a:xfrm>
          </p:grpSpPr>
          <p:sp>
            <p:nvSpPr>
              <p:cNvPr id="13" name="矩形 12"/>
              <p:cNvSpPr/>
              <p:nvPr/>
            </p:nvSpPr>
            <p:spPr>
              <a:xfrm>
                <a:off x="4571659" y="4667709"/>
                <a:ext cx="484693" cy="609600"/>
              </a:xfrm>
              <a:prstGeom prst="rect">
                <a:avLst/>
              </a:prstGeom>
              <a:noFill/>
              <a:ln w="12700" cap="flat" cmpd="sng" algn="ctr">
                <a:noFill/>
                <a:prstDash val="solid"/>
                <a:miter lim="800000"/>
              </a:ln>
              <a:effectLst/>
            </p:spPr>
            <p:txBody>
              <a:bodyPr lIns="0" rIns="0" rtlCol="0" anchor="ctr"/>
              <a:lstStyle/>
              <a:p>
                <a:r>
                  <a:rPr lang="en-US" altLang="zh-CN" sz="3200" b="1" kern="0" dirty="0">
                    <a:solidFill>
                      <a:schemeClr val="accent1"/>
                    </a:solidFill>
                    <a:latin typeface="Arial" panose="020B0604020202020204"/>
                    <a:ea typeface="思源黑体 CN Bold" panose="020B0800000000000000" pitchFamily="34" charset="-122"/>
                  </a:rPr>
                  <a:t>02    </a:t>
                </a:r>
                <a:endParaRPr lang="zh-CN" altLang="en-US" sz="3200" b="1" kern="0" dirty="0">
                  <a:solidFill>
                    <a:schemeClr val="accent1"/>
                  </a:solidFill>
                  <a:latin typeface="Arial" panose="020B0604020202020204"/>
                  <a:ea typeface="思源黑体 CN Bold" panose="020B0800000000000000" pitchFamily="34" charset="-122"/>
                </a:endParaRPr>
              </a:p>
            </p:txBody>
          </p:sp>
          <p:sp>
            <p:nvSpPr>
              <p:cNvPr id="14" name="矩形 13"/>
              <p:cNvSpPr/>
              <p:nvPr/>
            </p:nvSpPr>
            <p:spPr>
              <a:xfrm>
                <a:off x="5192590" y="4675795"/>
                <a:ext cx="1775919" cy="609600"/>
              </a:xfrm>
              <a:prstGeom prst="rect">
                <a:avLst/>
              </a:prstGeom>
              <a:noFill/>
              <a:ln w="12700" cap="flat" cmpd="sng" algn="ctr">
                <a:noFill/>
                <a:prstDash val="solid"/>
                <a:miter lim="800000"/>
              </a:ln>
              <a:effectLst/>
            </p:spPr>
            <p:txBody>
              <a:bodyPr lIns="0" rIns="0" rtlCol="0" anchor="ctr"/>
              <a:lstStyle/>
              <a:p>
                <a:r>
                  <a:rPr lang="zh-CN" altLang="en-US" sz="2800" b="1" kern="0" dirty="0">
                    <a:latin typeface="+mj-ea"/>
                    <a:ea typeface="+mj-ea"/>
                  </a:rPr>
                  <a:t>项目历程</a:t>
                </a:r>
                <a:endParaRPr lang="zh-CN" altLang="en-US" sz="2800" b="1" kern="0" dirty="0">
                  <a:latin typeface="+mj-ea"/>
                  <a:ea typeface="+mj-ea"/>
                </a:endParaRPr>
              </a:p>
            </p:txBody>
          </p:sp>
        </p:grpSp>
        <p:grpSp>
          <p:nvGrpSpPr>
            <p:cNvPr id="20" name="组合 19"/>
            <p:cNvGrpSpPr/>
            <p:nvPr/>
          </p:nvGrpSpPr>
          <p:grpSpPr>
            <a:xfrm>
              <a:off x="8481850" y="4730712"/>
              <a:ext cx="2706982" cy="620384"/>
              <a:chOff x="7247613" y="4696135"/>
              <a:chExt cx="2706982" cy="620384"/>
            </a:xfrm>
          </p:grpSpPr>
          <p:sp>
            <p:nvSpPr>
              <p:cNvPr id="27" name="矩形 26"/>
              <p:cNvSpPr/>
              <p:nvPr/>
            </p:nvSpPr>
            <p:spPr>
              <a:xfrm>
                <a:off x="7247613" y="4706919"/>
                <a:ext cx="484693" cy="609600"/>
              </a:xfrm>
              <a:prstGeom prst="rect">
                <a:avLst/>
              </a:prstGeom>
              <a:noFill/>
              <a:ln w="12700" cap="flat" cmpd="sng" algn="ctr">
                <a:noFill/>
                <a:prstDash val="solid"/>
                <a:miter lim="800000"/>
              </a:ln>
              <a:effectLst/>
            </p:spPr>
            <p:txBody>
              <a:bodyPr lIns="0" rIns="0" rtlCol="0" anchor="ctr"/>
              <a:lstStyle/>
              <a:p>
                <a:r>
                  <a:rPr lang="en-US" altLang="zh-CN" sz="3200" b="1" kern="0" dirty="0">
                    <a:solidFill>
                      <a:schemeClr val="accent1"/>
                    </a:solidFill>
                    <a:latin typeface="Arial" panose="020B0604020202020204"/>
                    <a:ea typeface="思源黑体 CN Bold" panose="020B0800000000000000" pitchFamily="34" charset="-122"/>
                  </a:rPr>
                  <a:t>05    </a:t>
                </a:r>
                <a:endParaRPr lang="zh-CN" altLang="en-US" sz="3200" b="1" kern="0" dirty="0">
                  <a:solidFill>
                    <a:schemeClr val="accent1"/>
                  </a:solidFill>
                  <a:latin typeface="Arial" panose="020B0604020202020204"/>
                  <a:ea typeface="思源黑体 CN Bold" panose="020B0800000000000000" pitchFamily="34" charset="-122"/>
                </a:endParaRPr>
              </a:p>
            </p:txBody>
          </p:sp>
          <p:sp>
            <p:nvSpPr>
              <p:cNvPr id="28" name="矩形 27"/>
              <p:cNvSpPr/>
              <p:nvPr/>
            </p:nvSpPr>
            <p:spPr>
              <a:xfrm>
                <a:off x="7856409" y="4696135"/>
                <a:ext cx="2098186" cy="609600"/>
              </a:xfrm>
              <a:prstGeom prst="rect">
                <a:avLst/>
              </a:prstGeom>
              <a:noFill/>
              <a:ln w="12700" cap="flat" cmpd="sng" algn="ctr">
                <a:noFill/>
                <a:prstDash val="solid"/>
                <a:miter lim="800000"/>
              </a:ln>
              <a:effectLst/>
            </p:spPr>
            <p:txBody>
              <a:bodyPr lIns="0" rIns="0" rtlCol="0" anchor="ctr"/>
              <a:lstStyle/>
              <a:p>
                <a:r>
                  <a:rPr lang="zh-CN" altLang="en-US" sz="2800" b="1" kern="0" dirty="0">
                    <a:latin typeface="+mj-ea"/>
                    <a:ea typeface="+mj-ea"/>
                  </a:rPr>
                  <a:t>总结和展望</a:t>
                </a:r>
                <a:endParaRPr lang="zh-CN" altLang="en-US" sz="2800" b="1" kern="0" dirty="0">
                  <a:latin typeface="+mj-ea"/>
                  <a:ea typeface="+mj-ea"/>
                </a:endParaRPr>
              </a:p>
            </p:txBody>
          </p:sp>
        </p:grpSp>
        <p:grpSp>
          <p:nvGrpSpPr>
            <p:cNvPr id="22" name="组合 21"/>
            <p:cNvGrpSpPr/>
            <p:nvPr/>
          </p:nvGrpSpPr>
          <p:grpSpPr>
            <a:xfrm>
              <a:off x="8481850" y="4007187"/>
              <a:ext cx="3312865" cy="634985"/>
              <a:chOff x="7236246" y="4087794"/>
              <a:chExt cx="3312865" cy="634985"/>
            </a:xfrm>
          </p:grpSpPr>
          <p:sp>
            <p:nvSpPr>
              <p:cNvPr id="23" name="矩形 22"/>
              <p:cNvSpPr/>
              <p:nvPr/>
            </p:nvSpPr>
            <p:spPr>
              <a:xfrm>
                <a:off x="7236246" y="4087794"/>
                <a:ext cx="484351" cy="609600"/>
              </a:xfrm>
              <a:prstGeom prst="rect">
                <a:avLst/>
              </a:prstGeom>
              <a:noFill/>
              <a:ln w="12700" cap="flat" cmpd="sng" algn="ctr">
                <a:noFill/>
                <a:prstDash val="solid"/>
                <a:miter lim="800000"/>
              </a:ln>
              <a:effectLst/>
            </p:spPr>
            <p:txBody>
              <a:bodyPr lIns="0" rIns="0" rtlCol="0" anchor="ctr"/>
              <a:lstStyle/>
              <a:p>
                <a:r>
                  <a:rPr lang="en-US" altLang="zh-CN" sz="3200" b="1" kern="0" dirty="0">
                    <a:solidFill>
                      <a:schemeClr val="accent1"/>
                    </a:solidFill>
                    <a:latin typeface="Arial" panose="020B0604020202020204"/>
                    <a:ea typeface="思源黑体 CN Bold" panose="020B0800000000000000" pitchFamily="34" charset="-122"/>
                  </a:rPr>
                  <a:t>04    </a:t>
                </a:r>
                <a:endParaRPr lang="zh-CN" altLang="en-US" sz="3200" b="1" kern="0" dirty="0">
                  <a:solidFill>
                    <a:schemeClr val="accent1"/>
                  </a:solidFill>
                  <a:latin typeface="Arial" panose="020B0604020202020204"/>
                  <a:ea typeface="思源黑体 CN Bold" panose="020B0800000000000000" pitchFamily="34" charset="-122"/>
                </a:endParaRPr>
              </a:p>
            </p:txBody>
          </p:sp>
          <p:sp>
            <p:nvSpPr>
              <p:cNvPr id="24" name="矩形 23"/>
              <p:cNvSpPr/>
              <p:nvPr/>
            </p:nvSpPr>
            <p:spPr>
              <a:xfrm>
                <a:off x="7839710" y="4113179"/>
                <a:ext cx="2709401" cy="609600"/>
              </a:xfrm>
              <a:prstGeom prst="rect">
                <a:avLst/>
              </a:prstGeom>
              <a:noFill/>
              <a:ln w="12700" cap="flat" cmpd="sng" algn="ctr">
                <a:noFill/>
                <a:prstDash val="solid"/>
                <a:miter lim="800000"/>
              </a:ln>
              <a:effectLst/>
            </p:spPr>
            <p:txBody>
              <a:bodyPr lIns="0" rIns="0" rtlCol="0" anchor="ctr"/>
              <a:lstStyle/>
              <a:p>
                <a:r>
                  <a:rPr lang="zh-CN" altLang="en-US" sz="2800" b="1" kern="0" dirty="0">
                    <a:latin typeface="+mj-ea"/>
                    <a:ea typeface="+mj-ea"/>
                  </a:rPr>
                  <a:t>项目展示</a:t>
                </a:r>
                <a:endParaRPr lang="zh-CN" altLang="en-US" sz="2800" b="1" kern="0" dirty="0">
                  <a:latin typeface="+mj-ea"/>
                  <a:ea typeface="+mj-ea"/>
                </a:endParaRPr>
              </a:p>
            </p:txBody>
          </p:sp>
        </p:grpSp>
      </p:grpSp>
      <p:cxnSp>
        <p:nvCxnSpPr>
          <p:cNvPr id="30" name="直接连接符 29"/>
          <p:cNvCxnSpPr/>
          <p:nvPr/>
        </p:nvCxnSpPr>
        <p:spPr>
          <a:xfrm>
            <a:off x="1452559" y="0"/>
            <a:ext cx="0" cy="40912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458880" y="4091233"/>
            <a:ext cx="0" cy="88517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429989" y="340681"/>
            <a:ext cx="600075" cy="830997"/>
          </a:xfrm>
          <a:prstGeom prst="rect">
            <a:avLst/>
          </a:prstGeom>
          <a:noFill/>
        </p:spPr>
        <p:txBody>
          <a:bodyPr wrap="square" rtlCol="0">
            <a:spAutoFit/>
          </a:bodyPr>
          <a:lstStyle/>
          <a:p>
            <a:r>
              <a:rPr lang="en-US" altLang="zh-CN" sz="4800" dirty="0">
                <a:solidFill>
                  <a:schemeClr val="accent1"/>
                </a:solidFill>
                <a:latin typeface="Impact" panose="020B0806030902050204" pitchFamily="34" charset="0"/>
              </a:rPr>
              <a:t>1</a:t>
            </a:r>
            <a:endParaRPr lang="zh-CN" altLang="en-US" sz="4800" dirty="0">
              <a:solidFill>
                <a:schemeClr val="accent1"/>
              </a:solidFill>
              <a:latin typeface="Impact" panose="020B0806030902050204" pitchFamily="34" charset="0"/>
            </a:endParaRPr>
          </a:p>
        </p:txBody>
      </p:sp>
      <p:sp>
        <p:nvSpPr>
          <p:cNvPr id="11" name="文本框 10"/>
          <p:cNvSpPr txBox="1"/>
          <p:nvPr/>
        </p:nvSpPr>
        <p:spPr>
          <a:xfrm>
            <a:off x="5238443" y="2087466"/>
            <a:ext cx="1639969" cy="1862048"/>
          </a:xfrm>
          <a:prstGeom prst="rect">
            <a:avLst/>
          </a:prstGeom>
          <a:noFill/>
        </p:spPr>
        <p:txBody>
          <a:bodyPr wrap="square" rtlCol="0">
            <a:spAutoFit/>
          </a:bodyPr>
          <a:lstStyle/>
          <a:p>
            <a:r>
              <a:rPr lang="en-US" altLang="zh-CN" sz="11500" dirty="0">
                <a:solidFill>
                  <a:schemeClr val="accent5">
                    <a:alpha val="34000"/>
                  </a:schemeClr>
                </a:solidFill>
                <a:latin typeface="Impact" panose="020B0806030902050204" pitchFamily="34" charset="0"/>
              </a:rPr>
              <a:t>01</a:t>
            </a:r>
            <a:endParaRPr lang="zh-CN" altLang="en-US" sz="11500" dirty="0">
              <a:solidFill>
                <a:schemeClr val="accent5">
                  <a:alpha val="34000"/>
                </a:schemeClr>
              </a:solidFill>
              <a:latin typeface="Impact" panose="020B0806030902050204" pitchFamily="34" charset="0"/>
            </a:endParaRPr>
          </a:p>
        </p:txBody>
      </p:sp>
      <p:sp>
        <p:nvSpPr>
          <p:cNvPr id="12" name="文本框 11"/>
          <p:cNvSpPr txBox="1"/>
          <p:nvPr/>
        </p:nvSpPr>
        <p:spPr>
          <a:xfrm>
            <a:off x="5371650" y="2650668"/>
            <a:ext cx="1390650" cy="707886"/>
          </a:xfrm>
          <a:prstGeom prst="rect">
            <a:avLst/>
          </a:prstGeom>
          <a:noFill/>
        </p:spPr>
        <p:txBody>
          <a:bodyPr wrap="square" rtlCol="0">
            <a:spAutoFit/>
          </a:bodyPr>
          <a:lstStyle/>
          <a:p>
            <a:pPr algn="ctr"/>
            <a:r>
              <a:rPr lang="en-US" altLang="zh-CN" sz="2000" b="1" dirty="0"/>
              <a:t>PART </a:t>
            </a:r>
            <a:endParaRPr lang="en-US" altLang="zh-CN" sz="2000" b="1" dirty="0"/>
          </a:p>
          <a:p>
            <a:pPr algn="ctr"/>
            <a:r>
              <a:rPr lang="en-US" altLang="zh-CN" sz="2000" b="1" dirty="0"/>
              <a:t>ONE</a:t>
            </a:r>
            <a:endParaRPr lang="zh-CN" altLang="en-US" sz="2000" b="1" dirty="0"/>
          </a:p>
        </p:txBody>
      </p:sp>
      <p:sp>
        <p:nvSpPr>
          <p:cNvPr id="13" name="文本框 12"/>
          <p:cNvSpPr txBox="1"/>
          <p:nvPr/>
        </p:nvSpPr>
        <p:spPr>
          <a:xfrm>
            <a:off x="4936839" y="3909523"/>
            <a:ext cx="2318322" cy="583565"/>
          </a:xfrm>
          <a:prstGeom prst="rect">
            <a:avLst/>
          </a:prstGeom>
          <a:noFill/>
        </p:spPr>
        <p:txBody>
          <a:bodyPr wrap="square" rtlCol="0">
            <a:spAutoFit/>
          </a:bodyPr>
          <a:lstStyle/>
          <a:p>
            <a:pPr algn="ctr"/>
            <a:r>
              <a:rPr lang="zh-CN" altLang="en-US" sz="3200" b="1" dirty="0">
                <a:latin typeface="+mj-ea"/>
                <a:ea typeface="+mj-ea"/>
              </a:rPr>
              <a:t>项目简介</a:t>
            </a:r>
            <a:endParaRPr lang="zh-CN" altLang="en-US" sz="3200" b="1" dirty="0">
              <a:latin typeface="+mj-ea"/>
              <a:ea typeface="+mj-ea"/>
            </a:endParaRPr>
          </a:p>
        </p:txBody>
      </p:sp>
      <p:sp>
        <p:nvSpPr>
          <p:cNvPr id="14" name="文本框 13"/>
          <p:cNvSpPr txBox="1"/>
          <p:nvPr/>
        </p:nvSpPr>
        <p:spPr>
          <a:xfrm>
            <a:off x="5067935" y="4512945"/>
            <a:ext cx="2186940" cy="368300"/>
          </a:xfrm>
          <a:prstGeom prst="rect">
            <a:avLst/>
          </a:prstGeom>
          <a:noFill/>
        </p:spPr>
        <p:txBody>
          <a:bodyPr wrap="square" rtlCol="0">
            <a:spAutoFit/>
          </a:bodyPr>
          <a:lstStyle/>
          <a:p>
            <a:pPr algn="ctr"/>
            <a:r>
              <a:rPr lang="en-US" altLang="zh-CN" dirty="0"/>
              <a:t>project introduction</a:t>
            </a:r>
            <a:endParaRPr lang="zh-CN" altLang="en-US" dirty="0"/>
          </a:p>
        </p:txBody>
      </p:sp>
      <p:pic>
        <p:nvPicPr>
          <p:cNvPr id="18" name="图形 1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76860" y="2041255"/>
            <a:ext cx="1713618" cy="1713618"/>
          </a:xfrm>
          <a:prstGeom prst="rect">
            <a:avLst/>
          </a:prstGeom>
        </p:spPr>
      </p:pic>
      <p:pic>
        <p:nvPicPr>
          <p:cNvPr id="19" name="图形 1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287008" y="2041255"/>
            <a:ext cx="1713618" cy="17136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项目简介</a:t>
            </a:r>
            <a:r>
              <a:rPr lang="en-US" altLang="zh-CN" dirty="0"/>
              <a:t>--</a:t>
            </a:r>
            <a:r>
              <a:rPr lang="zh-CN" altLang="en-US" dirty="0"/>
              <a:t>背景</a:t>
            </a:r>
            <a:endParaRPr lang="zh-CN" altLang="en-US" dirty="0"/>
          </a:p>
        </p:txBody>
      </p:sp>
      <p:sp>
        <p:nvSpPr>
          <p:cNvPr id="5" name="矩形: 圆角 4"/>
          <p:cNvSpPr/>
          <p:nvPr/>
        </p:nvSpPr>
        <p:spPr>
          <a:xfrm>
            <a:off x="1384300" y="1725295"/>
            <a:ext cx="4147820" cy="3989070"/>
          </a:xfrm>
          <a:prstGeom prst="roundRect">
            <a:avLst>
              <a:gd name="adj" fmla="val 0"/>
            </a:avLst>
          </a:prstGeom>
          <a:solidFill>
            <a:schemeClr val="bg1"/>
          </a:solidFill>
          <a:ln w="317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1297940" y="1640840"/>
            <a:ext cx="4147820" cy="3989070"/>
          </a:xfrm>
          <a:prstGeom prst="roundRect">
            <a:avLst>
              <a:gd name="adj" fmla="val 0"/>
            </a:avLst>
          </a:prstGeom>
          <a:solidFill>
            <a:schemeClr val="bg1"/>
          </a:solidFill>
          <a:ln w="317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1212215" y="1556385"/>
            <a:ext cx="4147820" cy="3989070"/>
          </a:xfrm>
          <a:prstGeom prst="roundRect">
            <a:avLst>
              <a:gd name="adj" fmla="val 0"/>
            </a:avLst>
          </a:prstGeom>
          <a:solidFill>
            <a:schemeClr val="bg1"/>
          </a:solidFill>
          <a:ln w="317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578610" y="1864995"/>
            <a:ext cx="3801745" cy="974725"/>
          </a:xfrm>
          <a:prstGeom prst="rect">
            <a:avLst/>
          </a:prstGeom>
          <a:noFill/>
        </p:spPr>
        <p:txBody>
          <a:bodyPr wrap="square" rtlCol="0">
            <a:noAutofit/>
          </a:bodyPr>
          <a:lstStyle/>
          <a:p>
            <a:pPr indent="0">
              <a:buNone/>
            </a:pPr>
            <a:r>
              <a:rPr lang="en-US" altLang="zh-CN" sz="1600" dirty="0">
                <a:latin typeface="楷体" panose="02010609060101010101" charset="-122"/>
                <a:ea typeface="楷体" panose="02010609060101010101" charset="-122"/>
                <a:cs typeface="楷体" panose="02010609060101010101" charset="-122"/>
              </a:rPr>
              <a:t>在当前校园与初入职场的使用场景中，用户的任务信息呈现出明显的“</a:t>
            </a:r>
            <a:r>
              <a:rPr lang="en-US" altLang="zh-CN" sz="1600" b="1" dirty="0">
                <a:latin typeface="楷体" panose="02010609060101010101" charset="-122"/>
                <a:ea typeface="楷体" panose="02010609060101010101" charset="-122"/>
                <a:cs typeface="楷体" panose="02010609060101010101" charset="-122"/>
              </a:rPr>
              <a:t>多源输入 + 碎片分布</a:t>
            </a:r>
            <a:r>
              <a:rPr lang="en-US" altLang="zh-CN" sz="1600" dirty="0">
                <a:latin typeface="楷体" panose="02010609060101010101" charset="-122"/>
                <a:ea typeface="楷体" panose="02010609060101010101" charset="-122"/>
                <a:cs typeface="楷体" panose="02010609060101010101" charset="-122"/>
              </a:rPr>
              <a:t>”特征：任务往往来源于微信群通知、课程平台公告、邮件提醒、口头沟通以及语音记录等多个渠道。这类信息通常以非结构化文本形式存在，且分散在不同应用之中，用户需要手动提取、整理并录入到日程工具中，导致时间管理成本显著上升。</a:t>
            </a:r>
            <a:endParaRPr lang="en-US" altLang="zh-CN" sz="1600" dirty="0">
              <a:latin typeface="楷体" panose="02010609060101010101" charset="-122"/>
              <a:ea typeface="楷体" panose="02010609060101010101" charset="-122"/>
              <a:cs typeface="楷体" panose="02010609060101010101" charset="-122"/>
            </a:endParaRPr>
          </a:p>
          <a:p>
            <a:pPr indent="0">
              <a:buNone/>
            </a:pPr>
            <a:r>
              <a:rPr lang="zh-CN" altLang="en-US" sz="1600" dirty="0">
                <a:latin typeface="楷体" panose="02010609060101010101" charset="-122"/>
                <a:ea typeface="楷体" panose="02010609060101010101" charset="-122"/>
                <a:cs typeface="楷体" panose="02010609060101010101" charset="-122"/>
              </a:rPr>
              <a:t>而现有主流日程管理工具缺乏对信息来源的自动感知能力以及对任务优先级的智能判断能力。</a:t>
            </a:r>
            <a:endParaRPr lang="zh-CN" altLang="en-US" sz="1600" dirty="0">
              <a:latin typeface="楷体" panose="02010609060101010101" charset="-122"/>
              <a:ea typeface="楷体" panose="02010609060101010101" charset="-122"/>
              <a:cs typeface="楷体" panose="02010609060101010101" charset="-122"/>
            </a:endParaRPr>
          </a:p>
        </p:txBody>
      </p:sp>
      <p:pic>
        <p:nvPicPr>
          <p:cNvPr id="6" name="图片 5"/>
          <p:cNvPicPr>
            <a:picLocks noChangeAspect="1"/>
          </p:cNvPicPr>
          <p:nvPr/>
        </p:nvPicPr>
        <p:blipFill>
          <a:blip r:embed="rId1"/>
          <a:stretch>
            <a:fillRect/>
          </a:stretch>
        </p:blipFill>
        <p:spPr>
          <a:xfrm>
            <a:off x="9081135" y="2839720"/>
            <a:ext cx="2655570" cy="2365375"/>
          </a:xfrm>
          <a:prstGeom prst="rect">
            <a:avLst/>
          </a:prstGeom>
          <a:ln>
            <a:solidFill>
              <a:schemeClr val="accent1"/>
            </a:solidFill>
          </a:ln>
          <a:effectLst>
            <a:outerShdw blurRad="50800" dist="38100" dir="2700000" algn="tl" rotWithShape="0">
              <a:prstClr val="black">
                <a:alpha val="40000"/>
              </a:prstClr>
            </a:outerShdw>
          </a:effectLst>
        </p:spPr>
      </p:pic>
      <p:pic>
        <p:nvPicPr>
          <p:cNvPr id="8" name="图片 7"/>
          <p:cNvPicPr>
            <a:picLocks noChangeAspect="1"/>
          </p:cNvPicPr>
          <p:nvPr/>
        </p:nvPicPr>
        <p:blipFill>
          <a:blip r:embed="rId2"/>
          <a:stretch>
            <a:fillRect/>
          </a:stretch>
        </p:blipFill>
        <p:spPr>
          <a:xfrm>
            <a:off x="8564880" y="1273175"/>
            <a:ext cx="3070225" cy="1381760"/>
          </a:xfrm>
          <a:prstGeom prst="rect">
            <a:avLst/>
          </a:prstGeom>
          <a:ln>
            <a:solidFill>
              <a:schemeClr val="accent1"/>
            </a:solidFill>
          </a:ln>
          <a:effectLst>
            <a:outerShdw blurRad="50800" dist="38100" dir="2700000" algn="tl" rotWithShape="0">
              <a:prstClr val="black">
                <a:alpha val="40000"/>
              </a:prstClr>
            </a:outerShdw>
          </a:effectLst>
        </p:spPr>
      </p:pic>
      <p:pic>
        <p:nvPicPr>
          <p:cNvPr id="9" name="图片 8"/>
          <p:cNvPicPr>
            <a:picLocks noChangeAspect="1"/>
          </p:cNvPicPr>
          <p:nvPr/>
        </p:nvPicPr>
        <p:blipFill>
          <a:blip r:embed="rId3"/>
          <a:stretch>
            <a:fillRect/>
          </a:stretch>
        </p:blipFill>
        <p:spPr>
          <a:xfrm>
            <a:off x="6830060" y="5130165"/>
            <a:ext cx="5060950" cy="1637030"/>
          </a:xfrm>
          <a:prstGeom prst="rect">
            <a:avLst/>
          </a:prstGeom>
          <a:ln>
            <a:solidFill>
              <a:schemeClr val="accent1"/>
            </a:solidFill>
          </a:ln>
          <a:effectLst>
            <a:outerShdw blurRad="50800" dist="38100" dir="2700000" algn="tl" rotWithShape="0">
              <a:prstClr val="black">
                <a:alpha val="40000"/>
              </a:prstClr>
            </a:outerShdw>
          </a:effectLst>
        </p:spPr>
      </p:pic>
      <p:pic>
        <p:nvPicPr>
          <p:cNvPr id="11" name="图片 10"/>
          <p:cNvPicPr>
            <a:picLocks noChangeAspect="1"/>
          </p:cNvPicPr>
          <p:nvPr/>
        </p:nvPicPr>
        <p:blipFill>
          <a:blip r:embed="rId4"/>
          <a:stretch>
            <a:fillRect/>
          </a:stretch>
        </p:blipFill>
        <p:spPr>
          <a:xfrm>
            <a:off x="6610350" y="4297680"/>
            <a:ext cx="2127885" cy="550545"/>
          </a:xfrm>
          <a:prstGeom prst="rect">
            <a:avLst/>
          </a:prstGeom>
          <a:ln>
            <a:solidFill>
              <a:schemeClr val="accent1"/>
            </a:solidFill>
          </a:ln>
          <a:effectLst>
            <a:outerShdw blurRad="50800" dist="38100" dir="2700000" algn="tl" rotWithShape="0">
              <a:prstClr val="black">
                <a:alpha val="40000"/>
              </a:prst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项目简介</a:t>
            </a:r>
            <a:r>
              <a:rPr lang="en-US" altLang="zh-CN" dirty="0"/>
              <a:t>--</a:t>
            </a:r>
            <a:r>
              <a:rPr lang="zh-CN" altLang="en-US" dirty="0"/>
              <a:t>内容</a:t>
            </a:r>
            <a:endParaRPr lang="zh-CN" altLang="en-US" dirty="0"/>
          </a:p>
        </p:txBody>
      </p:sp>
      <p:sp>
        <p:nvSpPr>
          <p:cNvPr id="5" name="矩形: 圆角 4"/>
          <p:cNvSpPr/>
          <p:nvPr/>
        </p:nvSpPr>
        <p:spPr>
          <a:xfrm>
            <a:off x="1384300" y="1725295"/>
            <a:ext cx="4147820" cy="3989070"/>
          </a:xfrm>
          <a:prstGeom prst="roundRect">
            <a:avLst>
              <a:gd name="adj" fmla="val 0"/>
            </a:avLst>
          </a:prstGeom>
          <a:solidFill>
            <a:schemeClr val="bg1"/>
          </a:solidFill>
          <a:ln w="317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6777355" y="1556385"/>
            <a:ext cx="4147820" cy="3989070"/>
          </a:xfrm>
          <a:prstGeom prst="roundRect">
            <a:avLst>
              <a:gd name="adj" fmla="val 0"/>
            </a:avLst>
          </a:prstGeom>
          <a:solidFill>
            <a:schemeClr val="bg1"/>
          </a:solidFill>
          <a:ln w="317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1212215" y="1556385"/>
            <a:ext cx="4147820" cy="3989070"/>
          </a:xfrm>
          <a:prstGeom prst="roundRect">
            <a:avLst>
              <a:gd name="adj" fmla="val 0"/>
            </a:avLst>
          </a:prstGeom>
          <a:solidFill>
            <a:schemeClr val="bg1"/>
          </a:solidFill>
          <a:ln w="317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384300" y="1945640"/>
            <a:ext cx="3801745" cy="2430780"/>
          </a:xfrm>
          <a:prstGeom prst="rect">
            <a:avLst/>
          </a:prstGeom>
          <a:noFill/>
        </p:spPr>
        <p:txBody>
          <a:bodyPr wrap="square" rtlCol="0">
            <a:noAutofit/>
          </a:bodyPr>
          <a:lstStyle/>
          <a:p>
            <a:pPr indent="0">
              <a:buNone/>
            </a:pPr>
            <a:r>
              <a:rPr lang="en-US" altLang="zh-CN" sz="2800" b="1" dirty="0">
                <a:latin typeface="楷体" panose="02010609060101010101" charset="-122"/>
                <a:ea typeface="楷体" panose="02010609060101010101" charset="-122"/>
                <a:cs typeface="楷体" panose="02010609060101010101" charset="-122"/>
              </a:rPr>
              <a:t>DDL-MASTER</a:t>
            </a:r>
            <a:r>
              <a:rPr lang="zh-CN" altLang="en-US" sz="2800" b="1" dirty="0">
                <a:latin typeface="楷体" panose="02010609060101010101" charset="-122"/>
                <a:ea typeface="楷体" panose="02010609060101010101" charset="-122"/>
                <a:cs typeface="楷体" panose="02010609060101010101" charset="-122"/>
              </a:rPr>
              <a:t>项目：</a:t>
            </a:r>
            <a:endParaRPr lang="zh-CN" altLang="en-US" sz="2800" b="1" dirty="0">
              <a:latin typeface="楷体" panose="02010609060101010101" charset="-122"/>
              <a:ea typeface="楷体" panose="02010609060101010101" charset="-122"/>
              <a:cs typeface="楷体" panose="02010609060101010101" charset="-122"/>
            </a:endParaRPr>
          </a:p>
          <a:p>
            <a:pPr marL="285750" indent="-285750">
              <a:buFont typeface="Arial" panose="020B0604020202020204" pitchFamily="34" charset="0"/>
              <a:buChar char="•"/>
            </a:pPr>
            <a:r>
              <a:rPr lang="en-US" altLang="zh-CN" sz="1600" dirty="0">
                <a:latin typeface="楷体" panose="02010609060101010101" charset="-122"/>
                <a:ea typeface="楷体" panose="02010609060101010101" charset="-122"/>
                <a:cs typeface="楷体" panose="02010609060101010101" charset="-122"/>
              </a:rPr>
              <a:t>构建一套具备“自动感知—结构化处理—智能排序—多通道提醒”能力的日程管理系统。</a:t>
            </a:r>
            <a:endParaRPr lang="en-US" altLang="zh-CN" sz="1600" dirty="0">
              <a:latin typeface="楷体" panose="02010609060101010101" charset="-122"/>
              <a:ea typeface="楷体" panose="02010609060101010101" charset="-122"/>
              <a:cs typeface="楷体" panose="02010609060101010101" charset="-122"/>
            </a:endParaRPr>
          </a:p>
          <a:p>
            <a:pPr marL="285750" indent="-285750">
              <a:buFont typeface="Arial" panose="020B0604020202020204" pitchFamily="34" charset="0"/>
              <a:buChar char="•"/>
            </a:pPr>
            <a:r>
              <a:rPr lang="en-US" altLang="zh-CN" sz="1600" dirty="0">
                <a:latin typeface="楷体" panose="02010609060101010101" charset="-122"/>
                <a:ea typeface="楷体" panose="02010609060101010101" charset="-122"/>
                <a:cs typeface="楷体" panose="02010609060101010101" charset="-122"/>
              </a:rPr>
              <a:t>系统以“降低任务管理成本、提升执行效率”为核心目标</a:t>
            </a:r>
            <a:endParaRPr lang="en-US" altLang="zh-CN" sz="1600" dirty="0">
              <a:latin typeface="楷体" panose="02010609060101010101" charset="-122"/>
              <a:ea typeface="楷体" panose="02010609060101010101" charset="-122"/>
              <a:cs typeface="楷体" panose="02010609060101010101" charset="-122"/>
            </a:endParaRPr>
          </a:p>
          <a:p>
            <a:pPr marL="285750" indent="-285750">
              <a:buFont typeface="Arial" panose="020B0604020202020204" pitchFamily="34" charset="0"/>
              <a:buChar char="•"/>
            </a:pPr>
            <a:r>
              <a:rPr lang="en-US" altLang="zh-CN" sz="1600" dirty="0">
                <a:latin typeface="楷体" panose="02010609060101010101" charset="-122"/>
                <a:ea typeface="楷体" panose="02010609060101010101" charset="-122"/>
                <a:cs typeface="楷体" panose="02010609060101010101" charset="-122"/>
              </a:rPr>
              <a:t>通过引入多模态输入与调度算法，实现从“信息获取”到“任务执行”的完整闭环支持。</a:t>
            </a:r>
            <a:endParaRPr lang="en-US" altLang="zh-CN" sz="1600" dirty="0">
              <a:latin typeface="楷体" panose="02010609060101010101" charset="-122"/>
              <a:ea typeface="楷体" panose="02010609060101010101" charset="-122"/>
              <a:cs typeface="楷体" panose="02010609060101010101" charset="-122"/>
            </a:endParaRPr>
          </a:p>
        </p:txBody>
      </p:sp>
      <p:sp>
        <p:nvSpPr>
          <p:cNvPr id="10" name="矩形: 圆角 3"/>
          <p:cNvSpPr/>
          <p:nvPr/>
        </p:nvSpPr>
        <p:spPr>
          <a:xfrm>
            <a:off x="6913880" y="1725295"/>
            <a:ext cx="4147820" cy="3989070"/>
          </a:xfrm>
          <a:prstGeom prst="roundRect">
            <a:avLst>
              <a:gd name="adj" fmla="val 0"/>
            </a:avLst>
          </a:prstGeom>
          <a:solidFill>
            <a:schemeClr val="bg1"/>
          </a:solidFill>
          <a:ln w="317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7123430" y="2072640"/>
            <a:ext cx="3801745" cy="2430780"/>
          </a:xfrm>
          <a:prstGeom prst="rect">
            <a:avLst/>
          </a:prstGeom>
          <a:noFill/>
        </p:spPr>
        <p:txBody>
          <a:bodyPr wrap="square" rtlCol="0">
            <a:noAutofit/>
          </a:bodyPr>
          <a:p>
            <a:pPr indent="0">
              <a:buNone/>
            </a:pPr>
            <a:r>
              <a:rPr lang="zh-CN" altLang="en-US" sz="2800" b="1" dirty="0">
                <a:latin typeface="楷体" panose="02010609060101010101" charset="-122"/>
                <a:ea typeface="楷体" panose="02010609060101010101" charset="-122"/>
                <a:cs typeface="楷体" panose="02010609060101010101" charset="-122"/>
              </a:rPr>
              <a:t>项目价值：</a:t>
            </a:r>
            <a:endParaRPr lang="zh-CN" altLang="en-US" sz="2800" b="1" dirty="0">
              <a:latin typeface="楷体" panose="02010609060101010101" charset="-122"/>
              <a:ea typeface="楷体" panose="02010609060101010101" charset="-122"/>
              <a:cs typeface="楷体" panose="02010609060101010101" charset="-122"/>
            </a:endParaRPr>
          </a:p>
          <a:p>
            <a:pPr marL="342900" indent="-342900">
              <a:buFont typeface="Arial" panose="020B0604020202020204" pitchFamily="34" charset="0"/>
              <a:buChar char="•"/>
            </a:pPr>
            <a:r>
              <a:rPr lang="en-US" altLang="zh-CN" sz="1600" dirty="0">
                <a:latin typeface="楷体" panose="02010609060101010101" charset="-122"/>
                <a:ea typeface="楷体" panose="02010609060101010101" charset="-122"/>
                <a:cs typeface="楷体" panose="02010609060101010101" charset="-122"/>
              </a:rPr>
              <a:t>降低认知负担：自动完成信息提取与任务建模</a:t>
            </a:r>
            <a:endParaRPr lang="en-US" altLang="zh-CN" sz="1600" dirty="0">
              <a:latin typeface="楷体" panose="02010609060101010101" charset="-122"/>
              <a:ea typeface="楷体" panose="02010609060101010101" charset="-122"/>
              <a:cs typeface="楷体" panose="02010609060101010101" charset="-122"/>
            </a:endParaRPr>
          </a:p>
          <a:p>
            <a:pPr marL="342900" indent="-342900">
              <a:buFont typeface="Arial" panose="020B0604020202020204" pitchFamily="34" charset="0"/>
              <a:buChar char="•"/>
            </a:pPr>
            <a:r>
              <a:rPr lang="en-US" altLang="zh-CN" sz="1600" dirty="0">
                <a:latin typeface="楷体" panose="02010609060101010101" charset="-122"/>
                <a:ea typeface="楷体" panose="02010609060101010101" charset="-122"/>
                <a:cs typeface="楷体" panose="02010609060101010101" charset="-122"/>
              </a:rPr>
              <a:t>提升执行效率：通过排序与提醒减少决策成本</a:t>
            </a:r>
            <a:endParaRPr lang="en-US" altLang="zh-CN" sz="1600" dirty="0">
              <a:latin typeface="楷体" panose="02010609060101010101" charset="-122"/>
              <a:ea typeface="楷体" panose="02010609060101010101" charset="-122"/>
              <a:cs typeface="楷体" panose="02010609060101010101" charset="-122"/>
            </a:endParaRPr>
          </a:p>
          <a:p>
            <a:pPr marL="342900" indent="-342900">
              <a:buFont typeface="Arial" panose="020B0604020202020204" pitchFamily="34" charset="0"/>
              <a:buChar char="•"/>
            </a:pPr>
            <a:r>
              <a:rPr lang="en-US" altLang="zh-CN" sz="1600" dirty="0">
                <a:latin typeface="楷体" panose="02010609060101010101" charset="-122"/>
                <a:ea typeface="楷体" panose="02010609060101010101" charset="-122"/>
                <a:cs typeface="楷体" panose="02010609060101010101" charset="-122"/>
              </a:rPr>
              <a:t>缓解时间焦虑：通过分级提醒与任务拆解降低压力</a:t>
            </a:r>
            <a:endParaRPr lang="en-US" altLang="zh-CN" sz="1600" dirty="0">
              <a:latin typeface="楷体" panose="02010609060101010101" charset="-122"/>
              <a:ea typeface="楷体" panose="02010609060101010101" charset="-122"/>
              <a:cs typeface="楷体" panose="02010609060101010101" charset="-122"/>
            </a:endParaRPr>
          </a:p>
          <a:p>
            <a:pPr marL="342900" indent="-342900">
              <a:buFont typeface="Arial" panose="020B0604020202020204" pitchFamily="34" charset="0"/>
              <a:buChar char="•"/>
            </a:pPr>
            <a:r>
              <a:rPr lang="en-US" altLang="zh-CN" sz="1600" dirty="0">
                <a:latin typeface="楷体" panose="02010609060101010101" charset="-122"/>
                <a:ea typeface="楷体" panose="02010609060101010101" charset="-122"/>
                <a:cs typeface="楷体" panose="02010609060101010101" charset="-122"/>
              </a:rPr>
              <a:t>实现技术普惠：将 AI 能力以低门槛形式嵌入日常工具</a:t>
            </a:r>
            <a:endParaRPr lang="en-US" altLang="zh-CN" sz="1600" dirty="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429989" y="340681"/>
            <a:ext cx="600075" cy="830997"/>
          </a:xfrm>
          <a:prstGeom prst="rect">
            <a:avLst/>
          </a:prstGeom>
          <a:noFill/>
        </p:spPr>
        <p:txBody>
          <a:bodyPr wrap="square" rtlCol="0">
            <a:spAutoFit/>
          </a:bodyPr>
          <a:lstStyle/>
          <a:p>
            <a:r>
              <a:rPr lang="en-US" altLang="zh-CN" sz="4800" dirty="0">
                <a:solidFill>
                  <a:schemeClr val="accent1"/>
                </a:solidFill>
                <a:latin typeface="Impact" panose="020B0806030902050204" pitchFamily="34" charset="0"/>
              </a:rPr>
              <a:t>2</a:t>
            </a:r>
            <a:endParaRPr lang="zh-CN" altLang="en-US" sz="4800" dirty="0">
              <a:solidFill>
                <a:schemeClr val="accent1"/>
              </a:solidFill>
              <a:latin typeface="Impact" panose="020B0806030902050204" pitchFamily="34" charset="0"/>
            </a:endParaRPr>
          </a:p>
        </p:txBody>
      </p:sp>
      <p:sp>
        <p:nvSpPr>
          <p:cNvPr id="30" name="文本框 29"/>
          <p:cNvSpPr txBox="1"/>
          <p:nvPr/>
        </p:nvSpPr>
        <p:spPr>
          <a:xfrm>
            <a:off x="4936839" y="3909523"/>
            <a:ext cx="2318322" cy="583565"/>
          </a:xfrm>
          <a:prstGeom prst="rect">
            <a:avLst/>
          </a:prstGeom>
          <a:noFill/>
        </p:spPr>
        <p:txBody>
          <a:bodyPr wrap="square" rtlCol="0">
            <a:spAutoFit/>
          </a:bodyPr>
          <a:lstStyle/>
          <a:p>
            <a:r>
              <a:rPr lang="en-US" altLang="zh-CN" sz="3200" b="1" dirty="0">
                <a:latin typeface="+mj-ea"/>
                <a:ea typeface="+mj-ea"/>
              </a:rPr>
              <a:t> </a:t>
            </a:r>
            <a:r>
              <a:rPr lang="zh-CN" altLang="en-US" sz="3200" b="1" dirty="0">
                <a:latin typeface="+mj-ea"/>
                <a:ea typeface="+mj-ea"/>
              </a:rPr>
              <a:t>项目历程</a:t>
            </a:r>
            <a:endParaRPr lang="zh-CN" altLang="en-US" sz="3200" b="1" dirty="0">
              <a:latin typeface="+mj-ea"/>
              <a:ea typeface="+mj-ea"/>
            </a:endParaRPr>
          </a:p>
        </p:txBody>
      </p:sp>
      <p:sp>
        <p:nvSpPr>
          <p:cNvPr id="34" name="文本框 33"/>
          <p:cNvSpPr txBox="1"/>
          <p:nvPr/>
        </p:nvSpPr>
        <p:spPr>
          <a:xfrm>
            <a:off x="5151356" y="2087466"/>
            <a:ext cx="2090140" cy="1862048"/>
          </a:xfrm>
          <a:prstGeom prst="rect">
            <a:avLst/>
          </a:prstGeom>
          <a:noFill/>
        </p:spPr>
        <p:txBody>
          <a:bodyPr wrap="square" rtlCol="0">
            <a:spAutoFit/>
          </a:bodyPr>
          <a:lstStyle/>
          <a:p>
            <a:r>
              <a:rPr lang="en-US" altLang="zh-CN" sz="11500" dirty="0">
                <a:solidFill>
                  <a:schemeClr val="accent5">
                    <a:alpha val="34000"/>
                  </a:schemeClr>
                </a:solidFill>
                <a:latin typeface="Impact" panose="020B0806030902050204" pitchFamily="34" charset="0"/>
              </a:rPr>
              <a:t>02</a:t>
            </a:r>
            <a:endParaRPr lang="zh-CN" altLang="en-US" sz="11500" dirty="0">
              <a:solidFill>
                <a:schemeClr val="accent5">
                  <a:alpha val="34000"/>
                </a:schemeClr>
              </a:solidFill>
              <a:latin typeface="Impact" panose="020B0806030902050204" pitchFamily="34" charset="0"/>
            </a:endParaRPr>
          </a:p>
        </p:txBody>
      </p:sp>
      <p:sp>
        <p:nvSpPr>
          <p:cNvPr id="35" name="文本框 34"/>
          <p:cNvSpPr txBox="1"/>
          <p:nvPr/>
        </p:nvSpPr>
        <p:spPr>
          <a:xfrm>
            <a:off x="5400675" y="2650668"/>
            <a:ext cx="1390650" cy="707886"/>
          </a:xfrm>
          <a:prstGeom prst="rect">
            <a:avLst/>
          </a:prstGeom>
          <a:noFill/>
        </p:spPr>
        <p:txBody>
          <a:bodyPr wrap="square" rtlCol="0">
            <a:spAutoFit/>
          </a:bodyPr>
          <a:lstStyle/>
          <a:p>
            <a:pPr algn="ctr"/>
            <a:r>
              <a:rPr lang="en-US" altLang="zh-CN" sz="2000" b="1" dirty="0"/>
              <a:t>PART </a:t>
            </a:r>
            <a:endParaRPr lang="en-US" altLang="zh-CN" sz="2000" b="1" dirty="0"/>
          </a:p>
          <a:p>
            <a:pPr algn="ctr"/>
            <a:r>
              <a:rPr lang="en-US" altLang="zh-CN" sz="2000" b="1" dirty="0"/>
              <a:t>TWO</a:t>
            </a:r>
            <a:endParaRPr lang="zh-CN" altLang="en-US" sz="2000" b="1" dirty="0"/>
          </a:p>
        </p:txBody>
      </p:sp>
      <p:pic>
        <p:nvPicPr>
          <p:cNvPr id="11" name="图形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76860" y="2041255"/>
            <a:ext cx="1713618" cy="1713618"/>
          </a:xfrm>
          <a:prstGeom prst="rect">
            <a:avLst/>
          </a:prstGeom>
        </p:spPr>
      </p:pic>
      <p:pic>
        <p:nvPicPr>
          <p:cNvPr id="12" name="图形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287008" y="2041255"/>
            <a:ext cx="1713618" cy="17136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576768" y="1653667"/>
            <a:ext cx="11216070" cy="4287138"/>
            <a:chOff x="576768" y="1380291"/>
            <a:chExt cx="11216070" cy="4287138"/>
          </a:xfrm>
        </p:grpSpPr>
        <p:sp>
          <p:nvSpPr>
            <p:cNvPr id="3" name="椭圆 2"/>
            <p:cNvSpPr/>
            <p:nvPr/>
          </p:nvSpPr>
          <p:spPr>
            <a:xfrm>
              <a:off x="5365429" y="1380291"/>
              <a:ext cx="1461142" cy="1461142"/>
            </a:xfrm>
            <a:prstGeom prst="ellipse">
              <a:avLst/>
            </a:prstGeom>
            <a:solidFill>
              <a:schemeClr val="accent1"/>
            </a:solidFill>
            <a:ln>
              <a:noFill/>
            </a:ln>
            <a:effectLst>
              <a:outerShdw blurRad="63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a:off x="2726370" y="2841433"/>
              <a:ext cx="6739257" cy="871302"/>
            </a:xfrm>
            <a:custGeom>
              <a:avLst/>
              <a:gdLst>
                <a:gd name="connsiteX0" fmla="*/ 0 w 7757652"/>
                <a:gd name="connsiteY0" fmla="*/ 29496 h 1002926"/>
                <a:gd name="connsiteX1" fmla="*/ 3893574 w 7757652"/>
                <a:gd name="connsiteY1" fmla="*/ 1002890 h 1002926"/>
                <a:gd name="connsiteX2" fmla="*/ 7757652 w 7757652"/>
                <a:gd name="connsiteY2" fmla="*/ 0 h 1002926"/>
                <a:gd name="connsiteX0-1" fmla="*/ 0 w 7757652"/>
                <a:gd name="connsiteY0-2" fmla="*/ 29496 h 1002968"/>
                <a:gd name="connsiteX1-3" fmla="*/ 3893574 w 7757652"/>
                <a:gd name="connsiteY1-4" fmla="*/ 1002890 h 1002968"/>
                <a:gd name="connsiteX2-5" fmla="*/ 7757652 w 7757652"/>
                <a:gd name="connsiteY2-6" fmla="*/ 0 h 1002968"/>
                <a:gd name="connsiteX0-7" fmla="*/ 0 w 7757652"/>
                <a:gd name="connsiteY0-8" fmla="*/ 29496 h 1002968"/>
                <a:gd name="connsiteX1-9" fmla="*/ 3893574 w 7757652"/>
                <a:gd name="connsiteY1-10" fmla="*/ 1002890 h 1002968"/>
                <a:gd name="connsiteX2-11" fmla="*/ 7757652 w 7757652"/>
                <a:gd name="connsiteY2-12" fmla="*/ 0 h 1002968"/>
              </a:gdLst>
              <a:ahLst/>
              <a:cxnLst>
                <a:cxn ang="0">
                  <a:pos x="connsiteX0-1" y="connsiteY0-2"/>
                </a:cxn>
                <a:cxn ang="0">
                  <a:pos x="connsiteX1-3" y="connsiteY1-4"/>
                </a:cxn>
                <a:cxn ang="0">
                  <a:pos x="connsiteX2-5" y="connsiteY2-6"/>
                </a:cxn>
              </a:cxnLst>
              <a:rect l="l" t="t" r="r" b="b"/>
              <a:pathLst>
                <a:path w="7757652" h="1002968">
                  <a:moveTo>
                    <a:pt x="0" y="29496"/>
                  </a:moveTo>
                  <a:cubicBezTo>
                    <a:pt x="1182329" y="784122"/>
                    <a:pt x="2600632" y="1007806"/>
                    <a:pt x="3893574" y="1002890"/>
                  </a:cubicBezTo>
                  <a:cubicBezTo>
                    <a:pt x="5186516" y="997974"/>
                    <a:pt x="7172633" y="516193"/>
                    <a:pt x="7757652" y="0"/>
                  </a:cubicBezTo>
                </a:path>
              </a:pathLst>
            </a:cu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2252820" y="2375878"/>
              <a:ext cx="914400" cy="91440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8944389" y="2375878"/>
              <a:ext cx="914400" cy="91440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791763" y="3035329"/>
              <a:ext cx="914400" cy="91440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5638800" y="3255535"/>
              <a:ext cx="914400" cy="91440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7405446" y="3035329"/>
              <a:ext cx="914400" cy="91440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904522" y="1695363"/>
              <a:ext cx="2382955" cy="829945"/>
            </a:xfrm>
            <a:prstGeom prst="rect">
              <a:avLst/>
            </a:prstGeom>
            <a:noFill/>
          </p:spPr>
          <p:txBody>
            <a:bodyPr wrap="square" rtlCol="0">
              <a:spAutoFit/>
            </a:bodyPr>
            <a:lstStyle/>
            <a:p>
              <a:pPr algn="ctr"/>
              <a:r>
                <a:rPr lang="en-US" altLang="zh-CN" sz="2400" b="1" dirty="0">
                  <a:solidFill>
                    <a:schemeClr val="bg1"/>
                  </a:solidFill>
                  <a:latin typeface="微软雅黑" panose="020B0703020204020201" pitchFamily="34" charset="-122"/>
                  <a:ea typeface="微软雅黑" panose="020B0703020204020201" pitchFamily="34" charset="-122"/>
                </a:rPr>
                <a:t>DDL</a:t>
              </a:r>
              <a:endParaRPr lang="en-US" altLang="zh-CN" sz="2400" b="1" dirty="0">
                <a:solidFill>
                  <a:schemeClr val="bg1"/>
                </a:solidFill>
                <a:latin typeface="微软雅黑" panose="020B0703020204020201" pitchFamily="34" charset="-122"/>
                <a:ea typeface="微软雅黑" panose="020B0703020204020201" pitchFamily="34" charset="-122"/>
              </a:endParaRPr>
            </a:p>
            <a:p>
              <a:pPr algn="ctr"/>
              <a:r>
                <a:rPr lang="en-US" altLang="zh-CN" sz="2400" b="1" dirty="0">
                  <a:solidFill>
                    <a:schemeClr val="bg1"/>
                  </a:solidFill>
                  <a:latin typeface="微软雅黑" panose="020B0703020204020201" pitchFamily="34" charset="-122"/>
                  <a:ea typeface="微软雅黑" panose="020B0703020204020201" pitchFamily="34" charset="-122"/>
                </a:rPr>
                <a:t>MASTER</a:t>
              </a:r>
              <a:endParaRPr lang="en-US" altLang="zh-CN" sz="2400" b="1" dirty="0">
                <a:solidFill>
                  <a:schemeClr val="bg1"/>
                </a:solidFill>
                <a:latin typeface="微软雅黑" panose="020B0703020204020201" pitchFamily="34" charset="-122"/>
                <a:ea typeface="微软雅黑" panose="020B0703020204020201" pitchFamily="34" charset="-122"/>
              </a:endParaRPr>
            </a:p>
          </p:txBody>
        </p:sp>
        <p:sp>
          <p:nvSpPr>
            <p:cNvPr id="11" name="文本框 10"/>
            <p:cNvSpPr txBox="1"/>
            <p:nvPr/>
          </p:nvSpPr>
          <p:spPr>
            <a:xfrm>
              <a:off x="576768" y="2544338"/>
              <a:ext cx="1624044" cy="398780"/>
            </a:xfrm>
            <a:prstGeom prst="rect">
              <a:avLst/>
            </a:prstGeom>
            <a:noFill/>
          </p:spPr>
          <p:txBody>
            <a:bodyPr wrap="square" rtlCol="0">
              <a:spAutoFit/>
            </a:bodyPr>
            <a:lstStyle/>
            <a:p>
              <a:r>
                <a:rPr lang="en-US" altLang="zh-CN" sz="2000" b="1" dirty="0">
                  <a:solidFill>
                    <a:schemeClr val="accent1"/>
                  </a:solidFill>
                  <a:latin typeface="+mj-ea"/>
                  <a:ea typeface="+mj-ea"/>
                </a:rPr>
                <a:t>01.</a:t>
              </a:r>
              <a:r>
                <a:rPr lang="zh-CN" altLang="en-US" sz="2000" b="1" dirty="0">
                  <a:solidFill>
                    <a:schemeClr val="accent1"/>
                  </a:solidFill>
                  <a:latin typeface="+mj-ea"/>
                  <a:ea typeface="+mj-ea"/>
                </a:rPr>
                <a:t>项目计划</a:t>
              </a:r>
              <a:endParaRPr lang="zh-CN" altLang="en-US" sz="2000" b="1" dirty="0">
                <a:solidFill>
                  <a:schemeClr val="accent1"/>
                </a:solidFill>
                <a:latin typeface="+mj-ea"/>
                <a:ea typeface="+mj-ea"/>
              </a:endParaRPr>
            </a:p>
          </p:txBody>
        </p:sp>
        <p:sp>
          <p:nvSpPr>
            <p:cNvPr id="12" name="文本框 11"/>
            <p:cNvSpPr txBox="1"/>
            <p:nvPr/>
          </p:nvSpPr>
          <p:spPr>
            <a:xfrm>
              <a:off x="598163" y="2885920"/>
              <a:ext cx="1975932" cy="1050290"/>
            </a:xfrm>
            <a:prstGeom prst="rect">
              <a:avLst/>
            </a:prstGeom>
            <a:noFill/>
          </p:spPr>
          <p:txBody>
            <a:bodyPr wrap="square" rtlCol="0">
              <a:spAutoFit/>
            </a:bodyPr>
            <a:lstStyle/>
            <a:p>
              <a:pPr>
                <a:lnSpc>
                  <a:spcPct val="130000"/>
                </a:lnSpc>
              </a:pPr>
              <a:r>
                <a:rPr lang="en-US" altLang="zh-CN" sz="1200" spc="130" dirty="0">
                  <a:solidFill>
                    <a:schemeClr val="bg2">
                      <a:lumMod val="25000"/>
                    </a:schemeClr>
                  </a:solidFill>
                  <a:latin typeface="+mn-ea"/>
                </a:rPr>
                <a:t>WEEK1-2</a:t>
              </a:r>
              <a:endParaRPr lang="en-US" altLang="zh-CN" sz="1200" spc="130" dirty="0">
                <a:solidFill>
                  <a:schemeClr val="bg2">
                    <a:lumMod val="25000"/>
                  </a:schemeClr>
                </a:solidFill>
                <a:latin typeface="+mn-ea"/>
              </a:endParaRPr>
            </a:p>
            <a:p>
              <a:pPr>
                <a:lnSpc>
                  <a:spcPct val="130000"/>
                </a:lnSpc>
              </a:pPr>
              <a:r>
                <a:rPr lang="zh-CN" altLang="en-US" sz="1200" spc="130" dirty="0">
                  <a:solidFill>
                    <a:schemeClr val="bg2">
                      <a:lumMod val="25000"/>
                    </a:schemeClr>
                  </a:solidFill>
                  <a:latin typeface="+mn-ea"/>
                </a:rPr>
                <a:t>完成组队任务和选题，并完成项目可行性分析与项目计划和分工。</a:t>
              </a:r>
              <a:endParaRPr lang="zh-CN" altLang="en-US" sz="1200" spc="130" dirty="0">
                <a:solidFill>
                  <a:schemeClr val="bg2">
                    <a:lumMod val="25000"/>
                  </a:schemeClr>
                </a:solidFill>
                <a:latin typeface="+mn-ea"/>
              </a:endParaRPr>
            </a:p>
          </p:txBody>
        </p:sp>
        <p:pic>
          <p:nvPicPr>
            <p:cNvPr id="30" name="图形 2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566333" y="3197056"/>
              <a:ext cx="586743" cy="586743"/>
            </a:xfrm>
            <a:prstGeom prst="rect">
              <a:avLst/>
            </a:prstGeom>
          </p:spPr>
        </p:pic>
        <p:pic>
          <p:nvPicPr>
            <p:cNvPr id="31" name="图形 3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26437" y="2529928"/>
              <a:ext cx="602178" cy="602178"/>
            </a:xfrm>
            <a:prstGeom prst="rect">
              <a:avLst/>
            </a:prstGeom>
          </p:spPr>
        </p:pic>
        <p:pic>
          <p:nvPicPr>
            <p:cNvPr id="32" name="图形 3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50826" y="3367664"/>
              <a:ext cx="690348" cy="680146"/>
            </a:xfrm>
            <a:prstGeom prst="rect">
              <a:avLst/>
            </a:prstGeom>
          </p:spPr>
        </p:pic>
        <p:pic>
          <p:nvPicPr>
            <p:cNvPr id="33" name="图形 3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87719" y="3235225"/>
              <a:ext cx="522697" cy="522697"/>
            </a:xfrm>
            <a:prstGeom prst="rect">
              <a:avLst/>
            </a:prstGeom>
          </p:spPr>
        </p:pic>
        <p:pic>
          <p:nvPicPr>
            <p:cNvPr id="34" name="图形 3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11927" y="2543416"/>
              <a:ext cx="579325" cy="579325"/>
            </a:xfrm>
            <a:prstGeom prst="rect">
              <a:avLst/>
            </a:prstGeom>
          </p:spPr>
        </p:pic>
        <p:sp>
          <p:nvSpPr>
            <p:cNvPr id="35" name="文本框 34"/>
            <p:cNvSpPr txBox="1"/>
            <p:nvPr/>
          </p:nvSpPr>
          <p:spPr>
            <a:xfrm>
              <a:off x="2538239" y="3966946"/>
              <a:ext cx="1829246" cy="398780"/>
            </a:xfrm>
            <a:prstGeom prst="rect">
              <a:avLst/>
            </a:prstGeom>
            <a:noFill/>
          </p:spPr>
          <p:txBody>
            <a:bodyPr wrap="square" rtlCol="0">
              <a:spAutoFit/>
            </a:bodyPr>
            <a:lstStyle/>
            <a:p>
              <a:r>
                <a:rPr lang="en-US" altLang="zh-CN" sz="2000" b="1" dirty="0">
                  <a:solidFill>
                    <a:schemeClr val="accent1"/>
                  </a:solidFill>
                  <a:latin typeface="+mj-ea"/>
                  <a:ea typeface="+mj-ea"/>
                </a:rPr>
                <a:t>02.</a:t>
              </a:r>
              <a:r>
                <a:rPr lang="zh-CN" altLang="en-US" sz="2000" b="1" dirty="0">
                  <a:solidFill>
                    <a:schemeClr val="accent1"/>
                  </a:solidFill>
                  <a:latin typeface="+mj-ea"/>
                  <a:ea typeface="+mj-ea"/>
                </a:rPr>
                <a:t>需求分析</a:t>
              </a:r>
              <a:endParaRPr lang="zh-CN" altLang="en-US" sz="2000" b="1" dirty="0">
                <a:solidFill>
                  <a:schemeClr val="accent1"/>
                </a:solidFill>
                <a:latin typeface="+mj-ea"/>
                <a:ea typeface="+mj-ea"/>
              </a:endParaRPr>
            </a:p>
          </p:txBody>
        </p:sp>
        <p:sp>
          <p:nvSpPr>
            <p:cNvPr id="39" name="文本框 38"/>
            <p:cNvSpPr txBox="1"/>
            <p:nvPr/>
          </p:nvSpPr>
          <p:spPr>
            <a:xfrm>
              <a:off x="5271927" y="4282064"/>
              <a:ext cx="1829246" cy="398780"/>
            </a:xfrm>
            <a:prstGeom prst="rect">
              <a:avLst/>
            </a:prstGeom>
            <a:noFill/>
          </p:spPr>
          <p:txBody>
            <a:bodyPr wrap="square" rtlCol="0">
              <a:spAutoFit/>
            </a:bodyPr>
            <a:lstStyle/>
            <a:p>
              <a:r>
                <a:rPr lang="en-US" altLang="zh-CN" sz="2000" b="1" dirty="0">
                  <a:solidFill>
                    <a:schemeClr val="accent1"/>
                  </a:solidFill>
                  <a:latin typeface="+mj-ea"/>
                  <a:ea typeface="+mj-ea"/>
                </a:rPr>
                <a:t>03.</a:t>
              </a:r>
              <a:r>
                <a:rPr lang="zh-CN" altLang="en-US" sz="2000" b="1" dirty="0">
                  <a:solidFill>
                    <a:schemeClr val="accent1"/>
                  </a:solidFill>
                  <a:latin typeface="+mj-ea"/>
                  <a:ea typeface="+mj-ea"/>
                </a:rPr>
                <a:t>项目设计</a:t>
              </a:r>
              <a:endParaRPr lang="zh-CN" altLang="en-US" sz="2000" b="1" dirty="0">
                <a:solidFill>
                  <a:schemeClr val="accent1"/>
                </a:solidFill>
                <a:latin typeface="+mj-ea"/>
                <a:ea typeface="+mj-ea"/>
              </a:endParaRPr>
            </a:p>
          </p:txBody>
        </p:sp>
        <p:sp>
          <p:nvSpPr>
            <p:cNvPr id="42" name="文本框 41"/>
            <p:cNvSpPr txBox="1"/>
            <p:nvPr/>
          </p:nvSpPr>
          <p:spPr>
            <a:xfrm>
              <a:off x="8086759" y="3967591"/>
              <a:ext cx="1772030" cy="398780"/>
            </a:xfrm>
            <a:prstGeom prst="rect">
              <a:avLst/>
            </a:prstGeom>
            <a:noFill/>
          </p:spPr>
          <p:txBody>
            <a:bodyPr wrap="square" rtlCol="0">
              <a:spAutoFit/>
            </a:bodyPr>
            <a:lstStyle/>
            <a:p>
              <a:r>
                <a:rPr lang="en-US" altLang="zh-CN" sz="2000" b="1" dirty="0">
                  <a:solidFill>
                    <a:schemeClr val="accent1"/>
                  </a:solidFill>
                  <a:latin typeface="+mj-ea"/>
                  <a:ea typeface="+mj-ea"/>
                </a:rPr>
                <a:t>04.</a:t>
              </a:r>
              <a:r>
                <a:rPr lang="zh-CN" altLang="en-US" sz="2000" b="1" dirty="0">
                  <a:solidFill>
                    <a:schemeClr val="accent1"/>
                  </a:solidFill>
                  <a:latin typeface="+mj-ea"/>
                  <a:ea typeface="+mj-ea"/>
                </a:rPr>
                <a:t>代码设计</a:t>
              </a:r>
              <a:endParaRPr lang="zh-CN" altLang="en-US" sz="2000" b="1" dirty="0">
                <a:solidFill>
                  <a:schemeClr val="accent1"/>
                </a:solidFill>
                <a:latin typeface="+mj-ea"/>
                <a:ea typeface="+mj-ea"/>
              </a:endParaRPr>
            </a:p>
          </p:txBody>
        </p:sp>
        <p:sp>
          <p:nvSpPr>
            <p:cNvPr id="45" name="文本框 44"/>
            <p:cNvSpPr txBox="1"/>
            <p:nvPr/>
          </p:nvSpPr>
          <p:spPr>
            <a:xfrm>
              <a:off x="9907800" y="2542828"/>
              <a:ext cx="1758486" cy="368300"/>
            </a:xfrm>
            <a:prstGeom prst="rect">
              <a:avLst/>
            </a:prstGeom>
            <a:noFill/>
          </p:spPr>
          <p:txBody>
            <a:bodyPr wrap="square" rtlCol="0">
              <a:spAutoFit/>
            </a:bodyPr>
            <a:lstStyle/>
            <a:p>
              <a:r>
                <a:rPr lang="en-US" altLang="zh-CN" b="1" dirty="0">
                  <a:solidFill>
                    <a:schemeClr val="accent1"/>
                  </a:solidFill>
                  <a:latin typeface="+mj-ea"/>
                  <a:ea typeface="+mj-ea"/>
                </a:rPr>
                <a:t>05.</a:t>
              </a:r>
              <a:r>
                <a:rPr lang="zh-CN" altLang="en-US" b="1" dirty="0">
                  <a:solidFill>
                    <a:schemeClr val="accent1"/>
                  </a:solidFill>
                  <a:latin typeface="+mj-ea"/>
                  <a:ea typeface="+mj-ea"/>
                </a:rPr>
                <a:t>测试</a:t>
              </a:r>
              <a:r>
                <a:rPr lang="en-US" altLang="zh-CN" b="1" dirty="0">
                  <a:solidFill>
                    <a:schemeClr val="accent1"/>
                  </a:solidFill>
                  <a:latin typeface="+mj-ea"/>
                  <a:ea typeface="+mj-ea"/>
                </a:rPr>
                <a:t>+</a:t>
              </a:r>
              <a:r>
                <a:rPr lang="zh-CN" altLang="en-US" b="1" dirty="0">
                  <a:solidFill>
                    <a:schemeClr val="accent1"/>
                  </a:solidFill>
                  <a:latin typeface="+mj-ea"/>
                  <a:ea typeface="+mj-ea"/>
                </a:rPr>
                <a:t>回顾</a:t>
              </a:r>
              <a:endParaRPr lang="zh-CN" altLang="en-US" b="1" dirty="0">
                <a:solidFill>
                  <a:schemeClr val="accent1"/>
                </a:solidFill>
                <a:latin typeface="+mj-ea"/>
                <a:ea typeface="+mj-ea"/>
              </a:endParaRPr>
            </a:p>
          </p:txBody>
        </p:sp>
        <p:sp>
          <p:nvSpPr>
            <p:cNvPr id="27" name="文本框 26"/>
            <p:cNvSpPr txBox="1"/>
            <p:nvPr/>
          </p:nvSpPr>
          <p:spPr>
            <a:xfrm>
              <a:off x="2537980" y="4312061"/>
              <a:ext cx="1972435" cy="1290320"/>
            </a:xfrm>
            <a:prstGeom prst="rect">
              <a:avLst/>
            </a:prstGeom>
            <a:noFill/>
          </p:spPr>
          <p:txBody>
            <a:bodyPr wrap="square" rtlCol="0">
              <a:spAutoFit/>
            </a:bodyPr>
            <a:lstStyle/>
            <a:p>
              <a:pPr>
                <a:lnSpc>
                  <a:spcPct val="130000"/>
                </a:lnSpc>
              </a:pPr>
              <a:r>
                <a:rPr lang="en-US" altLang="zh-CN" sz="1200" spc="130" dirty="0">
                  <a:solidFill>
                    <a:schemeClr val="bg2">
                      <a:lumMod val="25000"/>
                    </a:schemeClr>
                  </a:solidFill>
                  <a:latin typeface="+mn-ea"/>
                </a:rPr>
                <a:t>WEEK3-5</a:t>
              </a:r>
              <a:endParaRPr lang="en-US" altLang="zh-CN" sz="1200" spc="130" dirty="0">
                <a:solidFill>
                  <a:schemeClr val="bg2">
                    <a:lumMod val="25000"/>
                  </a:schemeClr>
                </a:solidFill>
                <a:latin typeface="+mn-ea"/>
              </a:endParaRPr>
            </a:p>
            <a:p>
              <a:pPr>
                <a:lnSpc>
                  <a:spcPct val="130000"/>
                </a:lnSpc>
              </a:pPr>
              <a:r>
                <a:rPr lang="zh-CN" altLang="en-US" sz="1200" spc="130" dirty="0">
                  <a:solidFill>
                    <a:schemeClr val="bg2">
                      <a:lumMod val="25000"/>
                    </a:schemeClr>
                  </a:solidFill>
                  <a:latin typeface="+mn-ea"/>
                </a:rPr>
                <a:t>将用户抽象痛点转化为具象的系统功能约束与业务边界。输出需求规格说明书</a:t>
              </a:r>
              <a:endParaRPr lang="zh-CN" altLang="en-US" sz="1200" spc="130" dirty="0">
                <a:solidFill>
                  <a:schemeClr val="bg2">
                    <a:lumMod val="25000"/>
                  </a:schemeClr>
                </a:solidFill>
                <a:latin typeface="+mn-ea"/>
              </a:endParaRPr>
            </a:p>
          </p:txBody>
        </p:sp>
        <p:sp>
          <p:nvSpPr>
            <p:cNvPr id="28" name="文本框 27"/>
            <p:cNvSpPr txBox="1"/>
            <p:nvPr/>
          </p:nvSpPr>
          <p:spPr>
            <a:xfrm>
              <a:off x="5272108" y="4617139"/>
              <a:ext cx="2133338" cy="1050290"/>
            </a:xfrm>
            <a:prstGeom prst="rect">
              <a:avLst/>
            </a:prstGeom>
            <a:noFill/>
          </p:spPr>
          <p:txBody>
            <a:bodyPr wrap="square" rtlCol="0">
              <a:spAutoFit/>
            </a:bodyPr>
            <a:lstStyle/>
            <a:p>
              <a:pPr>
                <a:lnSpc>
                  <a:spcPct val="130000"/>
                </a:lnSpc>
              </a:pPr>
              <a:r>
                <a:rPr lang="en-US" altLang="zh-CN" sz="1200" spc="130" dirty="0">
                  <a:solidFill>
                    <a:schemeClr val="bg2">
                      <a:lumMod val="25000"/>
                    </a:schemeClr>
                  </a:solidFill>
                  <a:latin typeface="+mn-ea"/>
                </a:rPr>
                <a:t>WEEK6-8</a:t>
              </a:r>
              <a:endParaRPr lang="en-US" altLang="zh-CN" sz="1200" spc="130" dirty="0">
                <a:solidFill>
                  <a:schemeClr val="bg2">
                    <a:lumMod val="25000"/>
                  </a:schemeClr>
                </a:solidFill>
                <a:latin typeface="+mn-ea"/>
              </a:endParaRPr>
            </a:p>
            <a:p>
              <a:pPr>
                <a:lnSpc>
                  <a:spcPct val="130000"/>
                </a:lnSpc>
              </a:pPr>
              <a:r>
                <a:rPr lang="zh-CN" altLang="en-US" sz="1200" spc="130" dirty="0">
                  <a:solidFill>
                    <a:schemeClr val="bg2">
                      <a:lumMod val="25000"/>
                    </a:schemeClr>
                  </a:solidFill>
                  <a:latin typeface="+mn-ea"/>
                </a:rPr>
                <a:t>完成系统纵向分层拓扑与底层数据模型的标准化规范设计</a:t>
              </a:r>
              <a:endParaRPr lang="zh-CN" altLang="en-US" sz="1200" spc="130" dirty="0">
                <a:solidFill>
                  <a:schemeClr val="bg2">
                    <a:lumMod val="25000"/>
                  </a:schemeClr>
                </a:solidFill>
                <a:latin typeface="+mn-ea"/>
              </a:endParaRPr>
            </a:p>
          </p:txBody>
        </p:sp>
        <p:sp>
          <p:nvSpPr>
            <p:cNvPr id="29" name="文本框 28"/>
            <p:cNvSpPr txBox="1"/>
            <p:nvPr/>
          </p:nvSpPr>
          <p:spPr>
            <a:xfrm>
              <a:off x="8088898" y="4312061"/>
              <a:ext cx="2058954" cy="1050290"/>
            </a:xfrm>
            <a:prstGeom prst="rect">
              <a:avLst/>
            </a:prstGeom>
            <a:noFill/>
          </p:spPr>
          <p:txBody>
            <a:bodyPr wrap="square" rtlCol="0">
              <a:spAutoFit/>
            </a:bodyPr>
            <a:lstStyle/>
            <a:p>
              <a:pPr>
                <a:lnSpc>
                  <a:spcPct val="130000"/>
                </a:lnSpc>
              </a:pPr>
              <a:r>
                <a:rPr lang="en-US" altLang="zh-CN" sz="1200" spc="130" dirty="0">
                  <a:solidFill>
                    <a:schemeClr val="bg2">
                      <a:lumMod val="25000"/>
                    </a:schemeClr>
                  </a:solidFill>
                  <a:latin typeface="+mn-ea"/>
                </a:rPr>
                <a:t>WEEK9-10</a:t>
              </a:r>
              <a:endParaRPr lang="en-US" altLang="zh-CN" sz="1200" spc="130" dirty="0">
                <a:solidFill>
                  <a:schemeClr val="bg2">
                    <a:lumMod val="25000"/>
                  </a:schemeClr>
                </a:solidFill>
                <a:latin typeface="+mn-ea"/>
              </a:endParaRPr>
            </a:p>
            <a:p>
              <a:pPr>
                <a:lnSpc>
                  <a:spcPct val="130000"/>
                </a:lnSpc>
              </a:pPr>
              <a:r>
                <a:rPr lang="zh-CN" altLang="en-US" sz="1200" spc="130" dirty="0">
                  <a:solidFill>
                    <a:schemeClr val="bg2">
                      <a:lumMod val="25000"/>
                    </a:schemeClr>
                  </a:solidFill>
                  <a:latin typeface="+mn-ea"/>
                </a:rPr>
                <a:t>全线进入开发环节，对关键业务代码实现与 AI 核心技术难题的攻坚突破。</a:t>
              </a:r>
              <a:endParaRPr lang="zh-CN" altLang="en-US" sz="1200" spc="130" dirty="0">
                <a:solidFill>
                  <a:schemeClr val="bg2">
                    <a:lumMod val="25000"/>
                  </a:schemeClr>
                </a:solidFill>
                <a:latin typeface="+mn-ea"/>
              </a:endParaRPr>
            </a:p>
          </p:txBody>
        </p:sp>
        <p:sp>
          <p:nvSpPr>
            <p:cNvPr id="37" name="文本框 36"/>
            <p:cNvSpPr txBox="1"/>
            <p:nvPr/>
          </p:nvSpPr>
          <p:spPr>
            <a:xfrm>
              <a:off x="9931552" y="2885920"/>
              <a:ext cx="1861286" cy="810260"/>
            </a:xfrm>
            <a:prstGeom prst="rect">
              <a:avLst/>
            </a:prstGeom>
            <a:noFill/>
          </p:spPr>
          <p:txBody>
            <a:bodyPr wrap="square" rtlCol="0">
              <a:spAutoFit/>
            </a:bodyPr>
            <a:lstStyle/>
            <a:p>
              <a:pPr>
                <a:lnSpc>
                  <a:spcPct val="130000"/>
                </a:lnSpc>
              </a:pPr>
              <a:r>
                <a:rPr lang="en-US" altLang="zh-CN" sz="1200" spc="130" dirty="0">
                  <a:solidFill>
                    <a:schemeClr val="bg2">
                      <a:lumMod val="25000"/>
                    </a:schemeClr>
                  </a:solidFill>
                  <a:latin typeface="+mn-ea"/>
                </a:rPr>
                <a:t>WEEK11-12</a:t>
              </a:r>
              <a:endParaRPr lang="en-US" altLang="zh-CN" sz="1200" spc="130" dirty="0">
                <a:solidFill>
                  <a:schemeClr val="bg2">
                    <a:lumMod val="25000"/>
                  </a:schemeClr>
                </a:solidFill>
                <a:latin typeface="+mn-ea"/>
              </a:endParaRPr>
            </a:p>
            <a:p>
              <a:pPr>
                <a:lnSpc>
                  <a:spcPct val="130000"/>
                </a:lnSpc>
              </a:pPr>
              <a:r>
                <a:rPr lang="zh-CN" altLang="en-US" sz="1200" spc="130" dirty="0">
                  <a:solidFill>
                    <a:schemeClr val="bg2">
                      <a:lumMod val="25000"/>
                    </a:schemeClr>
                  </a:solidFill>
                  <a:latin typeface="+mn-ea"/>
                </a:rPr>
                <a:t>执行多维测试，对系统交付质量进行验证。</a:t>
              </a:r>
              <a:endParaRPr lang="zh-CN" altLang="en-US" sz="1200" spc="130" dirty="0">
                <a:solidFill>
                  <a:schemeClr val="bg2">
                    <a:lumMod val="25000"/>
                  </a:schemeClr>
                </a:solidFill>
                <a:latin typeface="+mn-ea"/>
              </a:endParaRPr>
            </a:p>
          </p:txBody>
        </p:sp>
      </p:grpSp>
      <p:sp>
        <p:nvSpPr>
          <p:cNvPr id="2" name="文本占位符 1"/>
          <p:cNvSpPr>
            <a:spLocks noGrp="1"/>
          </p:cNvSpPr>
          <p:nvPr>
            <p:ph type="body" sz="quarter" idx="10"/>
          </p:nvPr>
        </p:nvSpPr>
        <p:spPr/>
        <p:txBody>
          <a:bodyPr/>
          <a:lstStyle/>
          <a:p>
            <a:r>
              <a:rPr lang="zh-CN" altLang="en-US" dirty="0"/>
              <a:t>项目历程回顾</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151356" y="2087466"/>
            <a:ext cx="2090140" cy="1862048"/>
          </a:xfrm>
          <a:prstGeom prst="rect">
            <a:avLst/>
          </a:prstGeom>
          <a:noFill/>
        </p:spPr>
        <p:txBody>
          <a:bodyPr wrap="square" rtlCol="0">
            <a:spAutoFit/>
          </a:bodyPr>
          <a:lstStyle/>
          <a:p>
            <a:r>
              <a:rPr lang="en-US" altLang="zh-CN" sz="11500" dirty="0">
                <a:solidFill>
                  <a:schemeClr val="accent5">
                    <a:alpha val="34000"/>
                  </a:schemeClr>
                </a:solidFill>
                <a:latin typeface="Impact" panose="020B0806030902050204" pitchFamily="34" charset="0"/>
              </a:rPr>
              <a:t>03</a:t>
            </a:r>
            <a:endParaRPr lang="zh-CN" altLang="en-US" sz="11500" dirty="0">
              <a:solidFill>
                <a:schemeClr val="accent5">
                  <a:alpha val="34000"/>
                </a:schemeClr>
              </a:solidFill>
              <a:latin typeface="Impact" panose="020B0806030902050204" pitchFamily="34" charset="0"/>
            </a:endParaRPr>
          </a:p>
        </p:txBody>
      </p:sp>
      <p:sp>
        <p:nvSpPr>
          <p:cNvPr id="12" name="文本框 11"/>
          <p:cNvSpPr txBox="1"/>
          <p:nvPr/>
        </p:nvSpPr>
        <p:spPr>
          <a:xfrm>
            <a:off x="5400675" y="2650668"/>
            <a:ext cx="1390650" cy="707886"/>
          </a:xfrm>
          <a:prstGeom prst="rect">
            <a:avLst/>
          </a:prstGeom>
          <a:noFill/>
        </p:spPr>
        <p:txBody>
          <a:bodyPr wrap="square" rtlCol="0">
            <a:spAutoFit/>
          </a:bodyPr>
          <a:lstStyle/>
          <a:p>
            <a:pPr algn="ctr"/>
            <a:r>
              <a:rPr lang="en-US" altLang="zh-CN" sz="2000" b="1" dirty="0"/>
              <a:t>PART </a:t>
            </a:r>
            <a:endParaRPr lang="en-US" altLang="zh-CN" sz="2000" b="1" dirty="0"/>
          </a:p>
          <a:p>
            <a:pPr algn="ctr"/>
            <a:r>
              <a:rPr lang="en-US" altLang="zh-CN" sz="2000" b="1" dirty="0"/>
              <a:t>THREE</a:t>
            </a:r>
            <a:endParaRPr lang="zh-CN" altLang="en-US" sz="2000" b="1" dirty="0"/>
          </a:p>
        </p:txBody>
      </p:sp>
      <p:sp>
        <p:nvSpPr>
          <p:cNvPr id="13" name="文本框 12"/>
          <p:cNvSpPr txBox="1"/>
          <p:nvPr/>
        </p:nvSpPr>
        <p:spPr>
          <a:xfrm>
            <a:off x="429989" y="340681"/>
            <a:ext cx="600075" cy="830997"/>
          </a:xfrm>
          <a:prstGeom prst="rect">
            <a:avLst/>
          </a:prstGeom>
          <a:noFill/>
        </p:spPr>
        <p:txBody>
          <a:bodyPr wrap="square" rtlCol="0">
            <a:spAutoFit/>
          </a:bodyPr>
          <a:lstStyle/>
          <a:p>
            <a:r>
              <a:rPr lang="en-US" altLang="zh-CN" sz="4800" dirty="0">
                <a:solidFill>
                  <a:schemeClr val="accent1"/>
                </a:solidFill>
                <a:latin typeface="Impact" panose="020B0806030902050204" pitchFamily="34" charset="0"/>
              </a:rPr>
              <a:t>3</a:t>
            </a:r>
            <a:endParaRPr lang="zh-CN" altLang="en-US" sz="4800" dirty="0">
              <a:solidFill>
                <a:schemeClr val="accent1"/>
              </a:solidFill>
              <a:latin typeface="Impact" panose="020B0806030902050204" pitchFamily="34" charset="0"/>
            </a:endParaRPr>
          </a:p>
        </p:txBody>
      </p:sp>
      <p:sp>
        <p:nvSpPr>
          <p:cNvPr id="14" name="文本框 13"/>
          <p:cNvSpPr txBox="1"/>
          <p:nvPr/>
        </p:nvSpPr>
        <p:spPr>
          <a:xfrm>
            <a:off x="4936839" y="3909523"/>
            <a:ext cx="2318322" cy="583565"/>
          </a:xfrm>
          <a:prstGeom prst="rect">
            <a:avLst/>
          </a:prstGeom>
          <a:noFill/>
        </p:spPr>
        <p:txBody>
          <a:bodyPr wrap="square" rtlCol="0">
            <a:spAutoFit/>
          </a:bodyPr>
          <a:lstStyle/>
          <a:p>
            <a:pPr algn="ctr"/>
            <a:r>
              <a:rPr lang="zh-CN" altLang="en-US" sz="3200" b="1" kern="0" dirty="0">
                <a:latin typeface="+mj-ea"/>
                <a:ea typeface="+mj-ea"/>
                <a:sym typeface="+mn-ea"/>
              </a:rPr>
              <a:t>项目详情</a:t>
            </a:r>
            <a:endParaRPr lang="zh-CN" altLang="en-US" sz="3200" b="1" dirty="0">
              <a:latin typeface="+mj-ea"/>
              <a:ea typeface="+mj-ea"/>
            </a:endParaRPr>
          </a:p>
        </p:txBody>
      </p:sp>
      <p:pic>
        <p:nvPicPr>
          <p:cNvPr id="18" name="图形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176860" y="2041255"/>
            <a:ext cx="1713618" cy="1713618"/>
          </a:xfrm>
          <a:prstGeom prst="rect">
            <a:avLst/>
          </a:prstGeom>
        </p:spPr>
      </p:pic>
      <p:pic>
        <p:nvPicPr>
          <p:cNvPr id="19" name="图形 1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3287008" y="2041255"/>
            <a:ext cx="1713618" cy="171361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587500" y="340360"/>
            <a:ext cx="4508500" cy="530225"/>
          </a:xfrm>
        </p:spPr>
        <p:txBody>
          <a:bodyPr/>
          <a:lstStyle/>
          <a:p>
            <a:r>
              <a:rPr lang="zh-CN" altLang="en-US" dirty="0"/>
              <a:t>项目详情</a:t>
            </a:r>
            <a:r>
              <a:rPr lang="en-US" altLang="zh-CN" dirty="0"/>
              <a:t>--</a:t>
            </a:r>
            <a:r>
              <a:rPr lang="zh-CN" altLang="en-US" dirty="0"/>
              <a:t>需求总览</a:t>
            </a:r>
            <a:endParaRPr lang="zh-CN" altLang="en-US" dirty="0"/>
          </a:p>
        </p:txBody>
      </p:sp>
      <p:pic>
        <p:nvPicPr>
          <p:cNvPr id="57" name="图片 56"/>
          <p:cNvPicPr>
            <a:picLocks noChangeAspect="1"/>
          </p:cNvPicPr>
          <p:nvPr/>
        </p:nvPicPr>
        <p:blipFill>
          <a:blip r:embed="rId1"/>
          <a:stretch>
            <a:fillRect/>
          </a:stretch>
        </p:blipFill>
        <p:spPr>
          <a:xfrm>
            <a:off x="87630" y="1472565"/>
            <a:ext cx="6820535" cy="3041650"/>
          </a:xfrm>
          <a:prstGeom prst="rect">
            <a:avLst/>
          </a:prstGeom>
        </p:spPr>
      </p:pic>
      <p:sp>
        <p:nvSpPr>
          <p:cNvPr id="58" name="文本框 57"/>
          <p:cNvSpPr txBox="1"/>
          <p:nvPr/>
        </p:nvSpPr>
        <p:spPr>
          <a:xfrm>
            <a:off x="373380" y="1208405"/>
            <a:ext cx="4064000" cy="368300"/>
          </a:xfrm>
          <a:prstGeom prst="rect">
            <a:avLst/>
          </a:prstGeom>
          <a:noFill/>
        </p:spPr>
        <p:txBody>
          <a:bodyPr wrap="square" rtlCol="0">
            <a:spAutoFit/>
          </a:bodyPr>
          <a:p>
            <a:r>
              <a:rPr lang="zh-CN" altLang="en-US"/>
              <a:t>用户需求模型</a:t>
            </a:r>
            <a:endParaRPr lang="zh-CN" altLang="en-US"/>
          </a:p>
        </p:txBody>
      </p:sp>
      <p:sp>
        <p:nvSpPr>
          <p:cNvPr id="59" name="文本框 58"/>
          <p:cNvSpPr txBox="1"/>
          <p:nvPr/>
        </p:nvSpPr>
        <p:spPr>
          <a:xfrm>
            <a:off x="7227570" y="1309370"/>
            <a:ext cx="4064000" cy="2614930"/>
          </a:xfrm>
          <a:prstGeom prst="rect">
            <a:avLst/>
          </a:prstGeom>
          <a:noFill/>
        </p:spPr>
        <p:txBody>
          <a:bodyPr wrap="square" rtlCol="0">
            <a:spAutoFit/>
          </a:bodyPr>
          <a:p>
            <a:pPr indent="0" algn="l">
              <a:buClrTx/>
              <a:buSzTx/>
              <a:buNone/>
            </a:pPr>
            <a:r>
              <a:rPr lang="en-US" altLang="zh-CN" sz="2000" b="1" dirty="0">
                <a:latin typeface="楷体" panose="02010609060101010101" charset="-122"/>
                <a:ea typeface="楷体" panose="02010609060101010101" charset="-122"/>
                <a:cs typeface="楷体" panose="02010609060101010101" charset="-122"/>
              </a:rPr>
              <a:t>需求概览</a:t>
            </a:r>
            <a:endParaRPr lang="en-US" altLang="zh-CN" sz="2000" b="1" dirty="0">
              <a:latin typeface="楷体" panose="02010609060101010101" charset="-122"/>
              <a:ea typeface="楷体" panose="02010609060101010101" charset="-122"/>
              <a:cs typeface="楷体" panose="02010609060101010101" charset="-122"/>
            </a:endParaRPr>
          </a:p>
          <a:p>
            <a:pPr marL="342900" indent="-342900" algn="l">
              <a:buClrTx/>
              <a:buSzTx/>
              <a:buFont typeface="Arial" panose="020B0604020202020204" pitchFamily="34" charset="0"/>
              <a:buChar char="•"/>
            </a:pPr>
            <a:r>
              <a:rPr lang="en-US" altLang="zh-CN" sz="1600" dirty="0">
                <a:latin typeface="楷体" panose="02010609060101010101" charset="-122"/>
                <a:ea typeface="楷体" panose="02010609060101010101" charset="-122"/>
                <a:cs typeface="楷体" panose="02010609060101010101" charset="-122"/>
              </a:rPr>
              <a:t>功能需求：覆盖系统整个流程，包括输入/解析/核心业务/展示/通知大功能模块</a:t>
            </a:r>
            <a:endParaRPr lang="en-US" altLang="zh-CN" sz="1600" dirty="0">
              <a:latin typeface="楷体" panose="02010609060101010101" charset="-122"/>
              <a:ea typeface="楷体" panose="02010609060101010101" charset="-122"/>
              <a:cs typeface="楷体" panose="02010609060101010101" charset="-122"/>
            </a:endParaRPr>
          </a:p>
          <a:p>
            <a:pPr marL="342900" indent="-342900" algn="l">
              <a:buClrTx/>
              <a:buSzTx/>
              <a:buFont typeface="Arial" panose="020B0604020202020204" pitchFamily="34" charset="0"/>
              <a:buChar char="•"/>
            </a:pPr>
            <a:r>
              <a:rPr lang="en-US" altLang="zh-CN" sz="1600" dirty="0">
                <a:latin typeface="楷体" panose="02010609060101010101" charset="-122"/>
                <a:ea typeface="楷体" panose="02010609060101010101" charset="-122"/>
                <a:cs typeface="楷体" panose="02010609060101010101" charset="-122"/>
              </a:rPr>
              <a:t>接口需求：覆盖UI接口/内部接口/外部接口</a:t>
            </a:r>
            <a:endParaRPr lang="en-US" altLang="zh-CN" sz="1600" dirty="0">
              <a:latin typeface="楷体" panose="02010609060101010101" charset="-122"/>
              <a:ea typeface="楷体" panose="02010609060101010101" charset="-122"/>
              <a:cs typeface="楷体" panose="02010609060101010101" charset="-122"/>
            </a:endParaRPr>
          </a:p>
          <a:p>
            <a:pPr marL="342900" indent="-342900" algn="l">
              <a:buClrTx/>
              <a:buSzTx/>
              <a:buFont typeface="Arial" panose="020B0604020202020204" pitchFamily="34" charset="0"/>
              <a:buChar char="•"/>
            </a:pPr>
            <a:r>
              <a:rPr lang="en-US" altLang="zh-CN" sz="1600" dirty="0">
                <a:latin typeface="楷体" panose="02010609060101010101" charset="-122"/>
                <a:ea typeface="楷体" panose="02010609060101010101" charset="-122"/>
                <a:cs typeface="楷体" panose="02010609060101010101" charset="-122"/>
              </a:rPr>
              <a:t>性能需求：覆盖系统响应/数据处理/AI解析/用户规模等性能指标</a:t>
            </a:r>
            <a:endParaRPr lang="en-US" altLang="zh-CN" sz="1600" dirty="0">
              <a:latin typeface="楷体" panose="02010609060101010101" charset="-122"/>
              <a:ea typeface="楷体" panose="02010609060101010101" charset="-122"/>
              <a:cs typeface="楷体" panose="02010609060101010101" charset="-122"/>
            </a:endParaRPr>
          </a:p>
          <a:p>
            <a:pPr algn="l">
              <a:buClrTx/>
              <a:buSzTx/>
              <a:buFontTx/>
            </a:pPr>
            <a:endParaRPr lang="en-US" altLang="zh-CN" sz="1600" dirty="0">
              <a:latin typeface="楷体" panose="02010609060101010101" charset="-122"/>
              <a:ea typeface="楷体" panose="02010609060101010101" charset="-122"/>
              <a:cs typeface="楷体" panose="02010609060101010101" charset="-122"/>
            </a:endParaRPr>
          </a:p>
          <a:p>
            <a:pPr algn="l">
              <a:buClrTx/>
              <a:buSzTx/>
              <a:buFontTx/>
            </a:pPr>
            <a:r>
              <a:rPr lang="en-US" altLang="zh-CN" sz="1600" dirty="0">
                <a:latin typeface="楷体" panose="02010609060101010101" charset="-122"/>
                <a:ea typeface="楷体" panose="02010609060101010101" charset="-122"/>
                <a:cs typeface="楷体" panose="02010609060101010101" charset="-122"/>
              </a:rPr>
              <a:t>详细需求 请查看需求规格说明书</a:t>
            </a:r>
            <a:endParaRPr lang="en-US" altLang="zh-CN" sz="1600" dirty="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587500" y="340360"/>
            <a:ext cx="4508500" cy="530225"/>
          </a:xfrm>
        </p:spPr>
        <p:txBody>
          <a:bodyPr/>
          <a:lstStyle/>
          <a:p>
            <a:r>
              <a:rPr lang="zh-CN" altLang="en-US" dirty="0"/>
              <a:t>项目详情</a:t>
            </a:r>
            <a:r>
              <a:rPr lang="en-US" altLang="zh-CN" dirty="0"/>
              <a:t>--</a:t>
            </a:r>
            <a:r>
              <a:rPr lang="zh-CN" altLang="en-US" dirty="0"/>
              <a:t>设计总览</a:t>
            </a:r>
            <a:endParaRPr lang="zh-CN" altLang="en-US" dirty="0"/>
          </a:p>
        </p:txBody>
      </p:sp>
      <p:sp>
        <p:nvSpPr>
          <p:cNvPr id="6" name="矩形 5"/>
          <p:cNvSpPr/>
          <p:nvPr/>
        </p:nvSpPr>
        <p:spPr>
          <a:xfrm>
            <a:off x="749618" y="1232979"/>
            <a:ext cx="4394517" cy="48401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5" name="组合 84"/>
          <p:cNvGrpSpPr/>
          <p:nvPr/>
        </p:nvGrpSpPr>
        <p:grpSpPr>
          <a:xfrm>
            <a:off x="1349885" y="1522160"/>
            <a:ext cx="1343404" cy="411435"/>
            <a:chOff x="9778483" y="337454"/>
            <a:chExt cx="1740417" cy="533025"/>
          </a:xfrm>
          <a:solidFill>
            <a:schemeClr val="accent1"/>
          </a:solidFill>
        </p:grpSpPr>
        <p:grpSp>
          <p:nvGrpSpPr>
            <p:cNvPr id="86" name="íślïdé"/>
            <p:cNvGrpSpPr/>
            <p:nvPr/>
          </p:nvGrpSpPr>
          <p:grpSpPr>
            <a:xfrm>
              <a:off x="9778483" y="337454"/>
              <a:ext cx="532392" cy="533025"/>
              <a:chOff x="1735138" y="2095500"/>
              <a:chExt cx="2667000" cy="2670175"/>
            </a:xfrm>
            <a:grpFill/>
          </p:grpSpPr>
          <p:sp>
            <p:nvSpPr>
              <p:cNvPr id="93"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87"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grpFill/>
            <a:ln>
              <a:noFill/>
            </a:ln>
          </p:spPr>
          <p:txBody>
            <a:bodyPr anchor="ctr"/>
            <a:lstStyle/>
            <a:p>
              <a:pPr algn="ctr"/>
            </a:p>
          </p:txBody>
        </p:sp>
        <p:grpSp>
          <p:nvGrpSpPr>
            <p:cNvPr id="88" name="í$ļîdé"/>
            <p:cNvGrpSpPr/>
            <p:nvPr/>
          </p:nvGrpSpPr>
          <p:grpSpPr>
            <a:xfrm>
              <a:off x="10450629" y="404003"/>
              <a:ext cx="1011546" cy="270315"/>
              <a:chOff x="5102226" y="2428875"/>
              <a:chExt cx="5067300" cy="1354138"/>
            </a:xfrm>
            <a:grpFill/>
          </p:grpSpPr>
          <p:sp>
            <p:nvSpPr>
              <p:cNvPr id="89"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cxnSp>
        <p:nvCxnSpPr>
          <p:cNvPr id="107" name="直接连接符 106"/>
          <p:cNvCxnSpPr/>
          <p:nvPr/>
        </p:nvCxnSpPr>
        <p:spPr>
          <a:xfrm>
            <a:off x="1225875" y="2029532"/>
            <a:ext cx="344200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8" name="文本框 107"/>
          <p:cNvSpPr txBox="1"/>
          <p:nvPr/>
        </p:nvSpPr>
        <p:spPr>
          <a:xfrm>
            <a:off x="3680139" y="1567323"/>
            <a:ext cx="1713763" cy="369332"/>
          </a:xfrm>
          <a:prstGeom prst="rect">
            <a:avLst/>
          </a:prstGeom>
          <a:noFill/>
        </p:spPr>
        <p:txBody>
          <a:bodyPr wrap="square" rtlCol="0">
            <a:spAutoFit/>
          </a:bodyPr>
          <a:lstStyle/>
          <a:p>
            <a:r>
              <a:rPr lang="en-US" altLang="zh-CN" sz="600" dirty="0">
                <a:solidFill>
                  <a:schemeClr val="accent1"/>
                </a:solidFill>
                <a:latin typeface="Arial" panose="020B0604020202020204" pitchFamily="34" charset="0"/>
                <a:cs typeface="Arial" panose="020B0604020202020204" pitchFamily="34" charset="0"/>
              </a:rPr>
              <a:t>Chengdu, 610065,</a:t>
            </a:r>
            <a:endParaRPr lang="en-US" altLang="zh-CN" sz="600" dirty="0">
              <a:solidFill>
                <a:schemeClr val="accent1"/>
              </a:solidFill>
              <a:latin typeface="Arial" panose="020B0604020202020204" pitchFamily="34" charset="0"/>
              <a:cs typeface="Arial" panose="020B0604020202020204" pitchFamily="34" charset="0"/>
            </a:endParaRPr>
          </a:p>
          <a:p>
            <a:r>
              <a:rPr lang="en-US" altLang="zh-CN" sz="600" dirty="0">
                <a:solidFill>
                  <a:schemeClr val="accent1"/>
                </a:solidFill>
                <a:latin typeface="Arial" panose="020B0604020202020204" pitchFamily="34" charset="0"/>
                <a:cs typeface="Arial" panose="020B0604020202020204" pitchFamily="34" charset="0"/>
              </a:rPr>
              <a:t>Sichuan, </a:t>
            </a:r>
            <a:r>
              <a:rPr lang="en-US" altLang="zh-CN" sz="600" dirty="0" err="1">
                <a:solidFill>
                  <a:schemeClr val="accent1"/>
                </a:solidFill>
                <a:latin typeface="Arial" panose="020B0604020202020204" pitchFamily="34" charset="0"/>
                <a:cs typeface="Arial" panose="020B0604020202020204" pitchFamily="34" charset="0"/>
              </a:rPr>
              <a:t>P.R.China</a:t>
            </a:r>
            <a:endParaRPr lang="en-US" altLang="zh-CN" sz="600" dirty="0">
              <a:solidFill>
                <a:schemeClr val="accent1"/>
              </a:solidFill>
              <a:latin typeface="Arial" panose="020B0604020202020204" pitchFamily="34" charset="0"/>
              <a:cs typeface="Arial" panose="020B0604020202020204" pitchFamily="34" charset="0"/>
            </a:endParaRPr>
          </a:p>
          <a:p>
            <a:r>
              <a:rPr lang="en-US" altLang="zh-CN" sz="600" dirty="0">
                <a:solidFill>
                  <a:schemeClr val="accent1"/>
                </a:solidFill>
                <a:latin typeface="Arial" panose="020B0604020202020204" pitchFamily="34" charset="0"/>
                <a:cs typeface="Arial" panose="020B0604020202020204" pitchFamily="34" charset="0"/>
              </a:rPr>
              <a:t>http://www.scu.edu.cn</a:t>
            </a:r>
            <a:endParaRPr lang="en-US" altLang="zh-CN" sz="600" dirty="0">
              <a:solidFill>
                <a:schemeClr val="accent1"/>
              </a:solidFill>
              <a:latin typeface="Arial" panose="020B0604020202020204" pitchFamily="34" charset="0"/>
              <a:cs typeface="Arial" panose="020B0604020202020204" pitchFamily="34" charset="0"/>
            </a:endParaRPr>
          </a:p>
        </p:txBody>
      </p:sp>
      <p:sp>
        <p:nvSpPr>
          <p:cNvPr id="112" name="文本框 111"/>
          <p:cNvSpPr txBox="1"/>
          <p:nvPr/>
        </p:nvSpPr>
        <p:spPr>
          <a:xfrm>
            <a:off x="1775399" y="2145884"/>
            <a:ext cx="2342954" cy="398780"/>
          </a:xfrm>
          <a:prstGeom prst="rect">
            <a:avLst/>
          </a:prstGeom>
          <a:noFill/>
        </p:spPr>
        <p:txBody>
          <a:bodyPr wrap="square" rtlCol="0">
            <a:spAutoFit/>
          </a:bodyPr>
          <a:lstStyle/>
          <a:p>
            <a:pPr algn="ctr"/>
            <a:r>
              <a:rPr lang="zh-CN" altLang="en-US" sz="2000" b="1" dirty="0">
                <a:latin typeface="+mn-ea"/>
              </a:rPr>
              <a:t>项目架构</a:t>
            </a:r>
            <a:endParaRPr lang="zh-CN" altLang="en-US" sz="2000" b="1" dirty="0">
              <a:latin typeface="+mn-ea"/>
            </a:endParaRPr>
          </a:p>
        </p:txBody>
      </p:sp>
      <p:pic>
        <p:nvPicPr>
          <p:cNvPr id="3" name="图片 56" descr="未命名绘图.drawio"/>
          <p:cNvPicPr>
            <a:picLocks noChangeAspect="1"/>
          </p:cNvPicPr>
          <p:nvPr/>
        </p:nvPicPr>
        <p:blipFill>
          <a:blip r:embed="rId1"/>
          <a:stretch>
            <a:fillRect/>
          </a:stretch>
        </p:blipFill>
        <p:spPr>
          <a:xfrm>
            <a:off x="749935" y="2805430"/>
            <a:ext cx="4717415" cy="3065145"/>
          </a:xfrm>
          <a:prstGeom prst="rect">
            <a:avLst/>
          </a:prstGeom>
          <a:noFill/>
          <a:ln w="9525">
            <a:noFill/>
          </a:ln>
        </p:spPr>
      </p:pic>
      <p:sp>
        <p:nvSpPr>
          <p:cNvPr id="4" name="矩形 3"/>
          <p:cNvSpPr/>
          <p:nvPr/>
        </p:nvSpPr>
        <p:spPr>
          <a:xfrm>
            <a:off x="6530976" y="1293939"/>
            <a:ext cx="4425397" cy="48401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9" name="组合 28"/>
          <p:cNvGrpSpPr/>
          <p:nvPr/>
        </p:nvGrpSpPr>
        <p:grpSpPr>
          <a:xfrm>
            <a:off x="7148064" y="1579842"/>
            <a:ext cx="1343404" cy="411435"/>
            <a:chOff x="9778483" y="337454"/>
            <a:chExt cx="1740417" cy="533025"/>
          </a:xfrm>
          <a:solidFill>
            <a:schemeClr val="accent1"/>
          </a:solidFill>
        </p:grpSpPr>
        <p:grpSp>
          <p:nvGrpSpPr>
            <p:cNvPr id="31" name="íślïdé"/>
            <p:cNvGrpSpPr/>
            <p:nvPr/>
          </p:nvGrpSpPr>
          <p:grpSpPr>
            <a:xfrm>
              <a:off x="9778483" y="337454"/>
              <a:ext cx="532392" cy="533025"/>
              <a:chOff x="1735138" y="2095500"/>
              <a:chExt cx="2667000" cy="2670175"/>
            </a:xfrm>
            <a:grpFill/>
          </p:grpSpPr>
          <p:sp>
            <p:nvSpPr>
              <p:cNvPr id="32"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3"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5"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6"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7"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8"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9"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0"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1"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2"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3"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4"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5"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6"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grpSp>
        <p:sp>
          <p:nvSpPr>
            <p:cNvPr id="47"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grpFill/>
            <a:ln>
              <a:noFill/>
            </a:ln>
          </p:spPr>
          <p:txBody>
            <a:bodyPr anchor="ctr"/>
            <a:p>
              <a:pPr algn="ctr"/>
            </a:p>
          </p:txBody>
        </p:sp>
        <p:grpSp>
          <p:nvGrpSpPr>
            <p:cNvPr id="48" name="í$ļîdé"/>
            <p:cNvGrpSpPr/>
            <p:nvPr/>
          </p:nvGrpSpPr>
          <p:grpSpPr>
            <a:xfrm>
              <a:off x="10450629" y="404003"/>
              <a:ext cx="1011546" cy="270315"/>
              <a:chOff x="5102226" y="2428875"/>
              <a:chExt cx="5067300" cy="1354138"/>
            </a:xfrm>
            <a:grpFill/>
          </p:grpSpPr>
          <p:sp>
            <p:nvSpPr>
              <p:cNvPr id="49"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50"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51"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52"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grpSp>
      </p:grpSp>
      <p:cxnSp>
        <p:nvCxnSpPr>
          <p:cNvPr id="53" name="直接连接符 52"/>
          <p:cNvCxnSpPr/>
          <p:nvPr/>
        </p:nvCxnSpPr>
        <p:spPr>
          <a:xfrm>
            <a:off x="7022673" y="2087214"/>
            <a:ext cx="344200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9478318" y="1625005"/>
            <a:ext cx="1713763" cy="369332"/>
          </a:xfrm>
          <a:prstGeom prst="rect">
            <a:avLst/>
          </a:prstGeom>
          <a:noFill/>
        </p:spPr>
        <p:txBody>
          <a:bodyPr wrap="square" rtlCol="0">
            <a:spAutoFit/>
          </a:bodyPr>
          <a:p>
            <a:r>
              <a:rPr lang="en-US" altLang="zh-CN" sz="600" dirty="0">
                <a:solidFill>
                  <a:schemeClr val="accent1"/>
                </a:solidFill>
                <a:latin typeface="Arial" panose="020B0604020202020204" pitchFamily="34" charset="0"/>
                <a:cs typeface="Arial" panose="020B0604020202020204" pitchFamily="34" charset="0"/>
              </a:rPr>
              <a:t>Chengdu, 610065,</a:t>
            </a:r>
            <a:endParaRPr lang="en-US" altLang="zh-CN" sz="600" dirty="0">
              <a:solidFill>
                <a:schemeClr val="accent1"/>
              </a:solidFill>
              <a:latin typeface="Arial" panose="020B0604020202020204" pitchFamily="34" charset="0"/>
              <a:cs typeface="Arial" panose="020B0604020202020204" pitchFamily="34" charset="0"/>
            </a:endParaRPr>
          </a:p>
          <a:p>
            <a:r>
              <a:rPr lang="en-US" altLang="zh-CN" sz="600" dirty="0">
                <a:solidFill>
                  <a:schemeClr val="accent1"/>
                </a:solidFill>
                <a:latin typeface="Arial" panose="020B0604020202020204" pitchFamily="34" charset="0"/>
                <a:cs typeface="Arial" panose="020B0604020202020204" pitchFamily="34" charset="0"/>
              </a:rPr>
              <a:t>Sichuan, </a:t>
            </a:r>
            <a:r>
              <a:rPr lang="en-US" altLang="zh-CN" sz="600" dirty="0" err="1">
                <a:solidFill>
                  <a:schemeClr val="accent1"/>
                </a:solidFill>
                <a:latin typeface="Arial" panose="020B0604020202020204" pitchFamily="34" charset="0"/>
                <a:cs typeface="Arial" panose="020B0604020202020204" pitchFamily="34" charset="0"/>
              </a:rPr>
              <a:t>P.R.China</a:t>
            </a:r>
            <a:endParaRPr lang="en-US" altLang="zh-CN" sz="600" dirty="0">
              <a:solidFill>
                <a:schemeClr val="accent1"/>
              </a:solidFill>
              <a:latin typeface="Arial" panose="020B0604020202020204" pitchFamily="34" charset="0"/>
              <a:cs typeface="Arial" panose="020B0604020202020204" pitchFamily="34" charset="0"/>
            </a:endParaRPr>
          </a:p>
          <a:p>
            <a:r>
              <a:rPr lang="en-US" altLang="zh-CN" sz="600" dirty="0">
                <a:solidFill>
                  <a:schemeClr val="accent1"/>
                </a:solidFill>
                <a:latin typeface="Arial" panose="020B0604020202020204" pitchFamily="34" charset="0"/>
                <a:cs typeface="Arial" panose="020B0604020202020204" pitchFamily="34" charset="0"/>
              </a:rPr>
              <a:t>http://www.scu.edu.cn</a:t>
            </a:r>
            <a:endParaRPr lang="en-US" altLang="zh-CN" sz="600" dirty="0">
              <a:solidFill>
                <a:schemeClr val="accent1"/>
              </a:solidFill>
              <a:latin typeface="Arial" panose="020B0604020202020204" pitchFamily="34" charset="0"/>
              <a:cs typeface="Arial" panose="020B0604020202020204" pitchFamily="34" charset="0"/>
            </a:endParaRPr>
          </a:p>
        </p:txBody>
      </p:sp>
      <p:sp>
        <p:nvSpPr>
          <p:cNvPr id="55" name="文本框 54"/>
          <p:cNvSpPr txBox="1"/>
          <p:nvPr/>
        </p:nvSpPr>
        <p:spPr>
          <a:xfrm>
            <a:off x="7572197" y="2201290"/>
            <a:ext cx="2342954" cy="398780"/>
          </a:xfrm>
          <a:prstGeom prst="rect">
            <a:avLst/>
          </a:prstGeom>
          <a:noFill/>
        </p:spPr>
        <p:txBody>
          <a:bodyPr wrap="square" rtlCol="0">
            <a:spAutoFit/>
          </a:bodyPr>
          <a:p>
            <a:pPr algn="ctr"/>
            <a:r>
              <a:rPr lang="zh-CN" altLang="en-US" sz="2000" b="1" dirty="0">
                <a:latin typeface="+mn-ea"/>
              </a:rPr>
              <a:t>系统组成</a:t>
            </a:r>
            <a:endParaRPr lang="zh-CN" altLang="en-US" sz="2000" b="1" dirty="0">
              <a:latin typeface="+mn-ea"/>
            </a:endParaRPr>
          </a:p>
        </p:txBody>
      </p:sp>
      <p:sp>
        <p:nvSpPr>
          <p:cNvPr id="56" name="文本框 55"/>
          <p:cNvSpPr txBox="1"/>
          <p:nvPr/>
        </p:nvSpPr>
        <p:spPr>
          <a:xfrm>
            <a:off x="7091111" y="2544989"/>
            <a:ext cx="3305126" cy="3290570"/>
          </a:xfrm>
          <a:prstGeom prst="rect">
            <a:avLst/>
          </a:prstGeom>
          <a:noFill/>
        </p:spPr>
        <p:txBody>
          <a:bodyPr wrap="square" rtlCol="0">
            <a:spAutoFit/>
          </a:bodyPr>
          <a:p>
            <a:pPr algn="just">
              <a:lnSpc>
                <a:spcPct val="130000"/>
              </a:lnSpc>
            </a:pPr>
            <a:r>
              <a:rPr sz="1600" spc="130" dirty="0"/>
              <a:t>整体由四个核心子系统构成：</a:t>
            </a:r>
            <a:endParaRPr sz="1600" spc="130" dirty="0"/>
          </a:p>
          <a:p>
            <a:pPr marL="285750" indent="-285750" algn="just">
              <a:lnSpc>
                <a:spcPct val="130000"/>
              </a:lnSpc>
              <a:buFont typeface="Arial" panose="020B0604020202020204" pitchFamily="34" charset="0"/>
              <a:buChar char="•"/>
            </a:pPr>
            <a:r>
              <a:rPr sz="1600" spc="130" dirty="0"/>
              <a:t>前端展示子系统</a:t>
            </a:r>
            <a:endParaRPr sz="1600" spc="130" dirty="0"/>
          </a:p>
          <a:p>
            <a:pPr marL="285750" indent="-285750" algn="just">
              <a:lnSpc>
                <a:spcPct val="130000"/>
              </a:lnSpc>
              <a:buFont typeface="Arial" panose="020B0604020202020204" pitchFamily="34" charset="0"/>
              <a:buChar char="•"/>
            </a:pPr>
            <a:r>
              <a:rPr sz="1600" spc="130" dirty="0"/>
              <a:t>后端业务子系统</a:t>
            </a:r>
            <a:endParaRPr sz="1600" spc="130" dirty="0"/>
          </a:p>
          <a:p>
            <a:pPr marL="285750" indent="-285750" algn="just">
              <a:lnSpc>
                <a:spcPct val="130000"/>
              </a:lnSpc>
              <a:buFont typeface="Arial" panose="020B0604020202020204" pitchFamily="34" charset="0"/>
              <a:buChar char="•"/>
            </a:pPr>
            <a:r>
              <a:rPr sz="1600" spc="130" dirty="0"/>
              <a:t>数据存储子系统</a:t>
            </a:r>
            <a:endParaRPr sz="1600" spc="130" dirty="0"/>
          </a:p>
          <a:p>
            <a:pPr marL="285750" indent="-285750" algn="just">
              <a:lnSpc>
                <a:spcPct val="130000"/>
              </a:lnSpc>
              <a:buFont typeface="Arial" panose="020B0604020202020204" pitchFamily="34" charset="0"/>
              <a:buChar char="•"/>
            </a:pPr>
            <a:r>
              <a:rPr sz="1600" spc="130" dirty="0"/>
              <a:t>外部服务子系统</a:t>
            </a:r>
            <a:endParaRPr sz="1600" spc="130" dirty="0"/>
          </a:p>
          <a:p>
            <a:pPr algn="just">
              <a:lnSpc>
                <a:spcPct val="130000"/>
              </a:lnSpc>
            </a:pPr>
            <a:r>
              <a:rPr sz="1600" spc="130" dirty="0"/>
              <a:t>各子系统之间分工明确、协同运行，共同支撑系统从任务信息采集、解析、管理到提醒触达的完整业务流程。</a:t>
            </a:r>
            <a:r>
              <a:rPr lang="zh-CN" altLang="en-US" sz="1600" spc="130" dirty="0"/>
              <a:t> </a:t>
            </a:r>
            <a:endParaRPr lang="en-US" altLang="zh-CN" sz="1600" spc="130" dirty="0"/>
          </a:p>
          <a:p>
            <a:pPr algn="just">
              <a:lnSpc>
                <a:spcPct val="130000"/>
              </a:lnSpc>
            </a:pPr>
            <a:endParaRPr lang="zh-CN" altLang="en-US" sz="1600" spc="1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587500" y="340360"/>
            <a:ext cx="4508500" cy="530225"/>
          </a:xfrm>
        </p:spPr>
        <p:txBody>
          <a:bodyPr/>
          <a:lstStyle/>
          <a:p>
            <a:r>
              <a:rPr lang="zh-CN" altLang="en-US" dirty="0"/>
              <a:t>项目详情</a:t>
            </a:r>
            <a:r>
              <a:rPr lang="en-US" altLang="zh-CN" dirty="0"/>
              <a:t>--</a:t>
            </a:r>
            <a:r>
              <a:rPr lang="zh-CN" altLang="en-US" dirty="0"/>
              <a:t>设计总览</a:t>
            </a:r>
            <a:endParaRPr lang="zh-CN" altLang="en-US" dirty="0"/>
          </a:p>
        </p:txBody>
      </p:sp>
      <p:grpSp>
        <p:nvGrpSpPr>
          <p:cNvPr id="85" name="组合 84"/>
          <p:cNvGrpSpPr/>
          <p:nvPr/>
        </p:nvGrpSpPr>
        <p:grpSpPr>
          <a:xfrm>
            <a:off x="1349885" y="1522160"/>
            <a:ext cx="1343404" cy="411435"/>
            <a:chOff x="9778483" y="337454"/>
            <a:chExt cx="1740417" cy="533025"/>
          </a:xfrm>
          <a:solidFill>
            <a:schemeClr val="accent1"/>
          </a:solidFill>
        </p:grpSpPr>
        <p:grpSp>
          <p:nvGrpSpPr>
            <p:cNvPr id="86" name="íślïdé"/>
            <p:cNvGrpSpPr/>
            <p:nvPr/>
          </p:nvGrpSpPr>
          <p:grpSpPr>
            <a:xfrm>
              <a:off x="9778483" y="337454"/>
              <a:ext cx="532392" cy="533025"/>
              <a:chOff x="1735138" y="2095500"/>
              <a:chExt cx="2667000" cy="2670175"/>
            </a:xfrm>
            <a:grpFill/>
          </p:grpSpPr>
          <p:sp>
            <p:nvSpPr>
              <p:cNvPr id="93"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87" name="íšľïḋé"/>
            <p:cNvSpPr/>
            <p:nvPr/>
          </p:nvSpPr>
          <p:spPr bwMode="auto">
            <a:xfrm>
              <a:off x="10398657" y="734847"/>
              <a:ext cx="1120243" cy="66549"/>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grpFill/>
            <a:ln>
              <a:noFill/>
            </a:ln>
          </p:spPr>
          <p:txBody>
            <a:bodyPr anchor="ctr"/>
            <a:lstStyle/>
            <a:p>
              <a:pPr algn="ctr"/>
            </a:p>
          </p:txBody>
        </p:sp>
        <p:grpSp>
          <p:nvGrpSpPr>
            <p:cNvPr id="88" name="í$ļîdé"/>
            <p:cNvGrpSpPr/>
            <p:nvPr/>
          </p:nvGrpSpPr>
          <p:grpSpPr>
            <a:xfrm>
              <a:off x="10450629" y="404003"/>
              <a:ext cx="1011546" cy="270315"/>
              <a:chOff x="5102226" y="2428875"/>
              <a:chExt cx="5067300" cy="1354138"/>
            </a:xfrm>
            <a:grpFill/>
          </p:grpSpPr>
          <p:sp>
            <p:nvSpPr>
              <p:cNvPr id="89"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
        <p:nvSpPr>
          <p:cNvPr id="112" name="文本框 111"/>
          <p:cNvSpPr txBox="1"/>
          <p:nvPr/>
        </p:nvSpPr>
        <p:spPr>
          <a:xfrm>
            <a:off x="1513779" y="1123534"/>
            <a:ext cx="2342954" cy="398780"/>
          </a:xfrm>
          <a:prstGeom prst="rect">
            <a:avLst/>
          </a:prstGeom>
          <a:noFill/>
        </p:spPr>
        <p:txBody>
          <a:bodyPr wrap="square" rtlCol="0">
            <a:spAutoFit/>
          </a:bodyPr>
          <a:lstStyle/>
          <a:p>
            <a:pPr algn="ctr"/>
            <a:r>
              <a:rPr lang="zh-CN" altLang="en-US" sz="2000" b="1" dirty="0">
                <a:latin typeface="+mn-ea"/>
              </a:rPr>
              <a:t>数据设计</a:t>
            </a:r>
            <a:endParaRPr lang="zh-CN" altLang="en-US" sz="2000" b="1" dirty="0">
              <a:latin typeface="+mn-ea"/>
            </a:endParaRPr>
          </a:p>
        </p:txBody>
      </p:sp>
      <p:sp>
        <p:nvSpPr>
          <p:cNvPr id="55" name="文本框 54"/>
          <p:cNvSpPr txBox="1"/>
          <p:nvPr/>
        </p:nvSpPr>
        <p:spPr>
          <a:xfrm>
            <a:off x="7074357" y="1350390"/>
            <a:ext cx="2342954" cy="368300"/>
          </a:xfrm>
          <a:prstGeom prst="rect">
            <a:avLst/>
          </a:prstGeom>
          <a:noFill/>
        </p:spPr>
        <p:txBody>
          <a:bodyPr wrap="square" rtlCol="0">
            <a:spAutoFit/>
          </a:bodyPr>
          <a:p>
            <a:pPr algn="ctr"/>
            <a:r>
              <a:rPr lang="en-US" altLang="zh-CN" b="1" dirty="0">
                <a:latin typeface="楷体" panose="02010609060101010101" charset="-122"/>
                <a:ea typeface="楷体" panose="02010609060101010101" charset="-122"/>
                <a:cs typeface="楷体" panose="02010609060101010101" charset="-122"/>
              </a:rPr>
              <a:t>设计总览</a:t>
            </a:r>
            <a:endParaRPr lang="en-US" altLang="zh-CN" b="1" dirty="0">
              <a:latin typeface="楷体" panose="02010609060101010101" charset="-122"/>
              <a:ea typeface="楷体" panose="02010609060101010101" charset="-122"/>
              <a:cs typeface="楷体" panose="02010609060101010101" charset="-122"/>
            </a:endParaRPr>
          </a:p>
        </p:txBody>
      </p:sp>
      <p:sp>
        <p:nvSpPr>
          <p:cNvPr id="56" name="文本框 55"/>
          <p:cNvSpPr txBox="1"/>
          <p:nvPr/>
        </p:nvSpPr>
        <p:spPr>
          <a:xfrm>
            <a:off x="6336030" y="1694180"/>
            <a:ext cx="4300220" cy="3610610"/>
          </a:xfrm>
          <a:prstGeom prst="rect">
            <a:avLst/>
          </a:prstGeom>
          <a:noFill/>
        </p:spPr>
        <p:txBody>
          <a:bodyPr wrap="square" rtlCol="0">
            <a:spAutoFit/>
          </a:bodyPr>
          <a:p>
            <a:pPr algn="just">
              <a:lnSpc>
                <a:spcPct val="130000"/>
              </a:lnSpc>
            </a:pPr>
            <a:r>
              <a:rPr lang="en-US" altLang="zh-CN" sz="1600" dirty="0">
                <a:latin typeface="楷体" panose="02010609060101010101" charset="-122"/>
                <a:ea typeface="楷体" panose="02010609060101010101" charset="-122"/>
                <a:cs typeface="楷体" panose="02010609060101010101" charset="-122"/>
              </a:rPr>
              <a:t>整体有下面几个大部分的设计</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1.功能设计：包含用户与认证，任务管理，信息解析，提醒与通知，优先级调度，统计与辅助六个大模块</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2.接口设计：包含外部接口，内部接口设计</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3.界面设计：对页面结构，跳转关系，布局安排进行详细设计</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4.性能指标设计：与需求部分的性能需求相互对应</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详细见系统设计说明书</a:t>
            </a:r>
            <a:endParaRPr lang="en-US" altLang="zh-CN" sz="1600" dirty="0">
              <a:latin typeface="楷体" panose="02010609060101010101" charset="-122"/>
              <a:ea typeface="楷体" panose="02010609060101010101" charset="-122"/>
              <a:cs typeface="楷体" panose="02010609060101010101" charset="-122"/>
            </a:endParaRPr>
          </a:p>
        </p:txBody>
      </p:sp>
      <p:pic>
        <p:nvPicPr>
          <p:cNvPr id="-2147482592" name="图片 -2147482593" descr="Untitled"/>
          <p:cNvPicPr>
            <a:picLocks noChangeAspect="1"/>
          </p:cNvPicPr>
          <p:nvPr/>
        </p:nvPicPr>
        <p:blipFill>
          <a:blip r:embed="rId1"/>
          <a:srcRect b="3891"/>
          <a:stretch>
            <a:fillRect/>
          </a:stretch>
        </p:blipFill>
        <p:spPr>
          <a:xfrm>
            <a:off x="1019175" y="1522095"/>
            <a:ext cx="3139440" cy="516636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587500" y="340360"/>
            <a:ext cx="4508500" cy="530225"/>
          </a:xfrm>
        </p:spPr>
        <p:txBody>
          <a:bodyPr/>
          <a:lstStyle/>
          <a:p>
            <a:r>
              <a:rPr lang="zh-CN" altLang="en-US" dirty="0"/>
              <a:t>项目详情</a:t>
            </a:r>
            <a:r>
              <a:rPr lang="en-US" altLang="zh-CN" dirty="0"/>
              <a:t>--</a:t>
            </a:r>
            <a:r>
              <a:rPr lang="zh-CN" altLang="en-US" dirty="0"/>
              <a:t>测试总览</a:t>
            </a:r>
            <a:endParaRPr lang="zh-CN" altLang="en-US" dirty="0"/>
          </a:p>
        </p:txBody>
      </p:sp>
      <p:sp>
        <p:nvSpPr>
          <p:cNvPr id="55" name="文本框 54"/>
          <p:cNvSpPr txBox="1"/>
          <p:nvPr/>
        </p:nvSpPr>
        <p:spPr>
          <a:xfrm>
            <a:off x="1266012" y="1350390"/>
            <a:ext cx="2342954" cy="368300"/>
          </a:xfrm>
          <a:prstGeom prst="rect">
            <a:avLst/>
          </a:prstGeom>
          <a:noFill/>
        </p:spPr>
        <p:txBody>
          <a:bodyPr wrap="square" rtlCol="0">
            <a:spAutoFit/>
          </a:bodyPr>
          <a:p>
            <a:pPr algn="ctr"/>
            <a:r>
              <a:rPr lang="zh-CN" altLang="en-US" b="1" dirty="0">
                <a:latin typeface="楷体" panose="02010609060101010101" charset="-122"/>
                <a:ea typeface="楷体" panose="02010609060101010101" charset="-122"/>
                <a:cs typeface="楷体" panose="02010609060101010101" charset="-122"/>
              </a:rPr>
              <a:t>测试</a:t>
            </a:r>
            <a:r>
              <a:rPr lang="en-US" altLang="zh-CN" b="1" dirty="0">
                <a:latin typeface="楷体" panose="02010609060101010101" charset="-122"/>
                <a:ea typeface="楷体" panose="02010609060101010101" charset="-122"/>
                <a:cs typeface="楷体" panose="02010609060101010101" charset="-122"/>
              </a:rPr>
              <a:t>总览</a:t>
            </a:r>
            <a:endParaRPr lang="en-US" altLang="zh-CN" b="1" dirty="0">
              <a:latin typeface="楷体" panose="02010609060101010101" charset="-122"/>
              <a:ea typeface="楷体" panose="02010609060101010101" charset="-122"/>
              <a:cs typeface="楷体" panose="02010609060101010101" charset="-122"/>
            </a:endParaRPr>
          </a:p>
        </p:txBody>
      </p:sp>
      <p:sp>
        <p:nvSpPr>
          <p:cNvPr id="56" name="文本框 55"/>
          <p:cNvSpPr txBox="1"/>
          <p:nvPr/>
        </p:nvSpPr>
        <p:spPr>
          <a:xfrm>
            <a:off x="508635" y="1955165"/>
            <a:ext cx="5922645" cy="3290570"/>
          </a:xfrm>
          <a:prstGeom prst="rect">
            <a:avLst/>
          </a:prstGeom>
          <a:noFill/>
        </p:spPr>
        <p:txBody>
          <a:bodyPr wrap="square" rtlCol="0">
            <a:spAutoFit/>
          </a:bodyPr>
          <a:p>
            <a:pPr algn="just">
              <a:lnSpc>
                <a:spcPct val="130000"/>
              </a:lnSpc>
            </a:pPr>
            <a:r>
              <a:rPr lang="en-US" altLang="zh-CN" sz="1600" dirty="0">
                <a:latin typeface="楷体" panose="02010609060101010101" charset="-122"/>
                <a:ea typeface="楷体" panose="02010609060101010101" charset="-122"/>
                <a:cs typeface="楷体" panose="02010609060101010101" charset="-122"/>
              </a:rPr>
              <a:t>整体有下面几个大部分的</a:t>
            </a:r>
            <a:r>
              <a:rPr lang="zh-CN" altLang="en-US" sz="1600" dirty="0">
                <a:latin typeface="楷体" panose="02010609060101010101" charset="-122"/>
                <a:ea typeface="楷体" panose="02010609060101010101" charset="-122"/>
                <a:cs typeface="楷体" panose="02010609060101010101" charset="-122"/>
              </a:rPr>
              <a:t>测试</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1.功能</a:t>
            </a:r>
            <a:r>
              <a:rPr lang="zh-CN" altLang="en-US" sz="1600" dirty="0">
                <a:latin typeface="楷体" panose="02010609060101010101" charset="-122"/>
                <a:ea typeface="楷体" panose="02010609060101010101" charset="-122"/>
                <a:cs typeface="楷体" panose="02010609060101010101" charset="-122"/>
              </a:rPr>
              <a:t>测试</a:t>
            </a:r>
            <a:r>
              <a:rPr lang="en-US" altLang="zh-CN" sz="1600" dirty="0">
                <a:latin typeface="楷体" panose="02010609060101010101" charset="-122"/>
                <a:ea typeface="楷体" panose="02010609060101010101" charset="-122"/>
                <a:cs typeface="楷体" panose="02010609060101010101" charset="-122"/>
              </a:rPr>
              <a:t>：</a:t>
            </a:r>
            <a:r>
              <a:rPr lang="zh-CN" altLang="en-US" sz="1600" dirty="0">
                <a:latin typeface="楷体" panose="02010609060101010101" charset="-122"/>
                <a:ea typeface="楷体" panose="02010609060101010101" charset="-122"/>
                <a:cs typeface="楷体" panose="02010609060101010101" charset="-122"/>
              </a:rPr>
              <a:t>覆盖设计说明书中的所有功能模块及设计条目，共计</a:t>
            </a:r>
            <a:r>
              <a:rPr lang="en-US" altLang="zh-CN" sz="1600" dirty="0">
                <a:latin typeface="楷体" panose="02010609060101010101" charset="-122"/>
                <a:ea typeface="楷体" panose="02010609060101010101" charset="-122"/>
                <a:cs typeface="楷体" panose="02010609060101010101" charset="-122"/>
              </a:rPr>
              <a:t>90</a:t>
            </a:r>
            <a:r>
              <a:rPr lang="zh-CN" altLang="en-US" sz="1600" dirty="0">
                <a:latin typeface="楷体" panose="02010609060101010101" charset="-122"/>
                <a:ea typeface="楷体" panose="02010609060101010101" charset="-122"/>
                <a:cs typeface="楷体" panose="02010609060101010101" charset="-122"/>
              </a:rPr>
              <a:t>个测试用例</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2.接口</a:t>
            </a:r>
            <a:r>
              <a:rPr lang="zh-CN" altLang="en-US" sz="1600" dirty="0">
                <a:latin typeface="楷体" panose="02010609060101010101" charset="-122"/>
                <a:ea typeface="楷体" panose="02010609060101010101" charset="-122"/>
                <a:cs typeface="楷体" panose="02010609060101010101" charset="-122"/>
              </a:rPr>
              <a:t>测试</a:t>
            </a:r>
            <a:r>
              <a:rPr lang="en-US" altLang="zh-CN" sz="1600" dirty="0">
                <a:latin typeface="楷体" panose="02010609060101010101" charset="-122"/>
                <a:ea typeface="楷体" panose="02010609060101010101" charset="-122"/>
                <a:cs typeface="楷体" panose="02010609060101010101" charset="-122"/>
              </a:rPr>
              <a:t>：</a:t>
            </a:r>
            <a:r>
              <a:rPr lang="zh-CN" altLang="en-US" sz="1600" dirty="0">
                <a:latin typeface="楷体" panose="02010609060101010101" charset="-122"/>
                <a:ea typeface="楷体" panose="02010609060101010101" charset="-122"/>
                <a:cs typeface="楷体" panose="02010609060101010101" charset="-122"/>
              </a:rPr>
              <a:t>分别对</a:t>
            </a:r>
            <a:r>
              <a:rPr lang="en-US" altLang="zh-CN" sz="1600" dirty="0">
                <a:latin typeface="楷体" panose="02010609060101010101" charset="-122"/>
                <a:ea typeface="楷体" panose="02010609060101010101" charset="-122"/>
                <a:cs typeface="楷体" panose="02010609060101010101" charset="-122"/>
              </a:rPr>
              <a:t>外部接口</a:t>
            </a:r>
            <a:r>
              <a:rPr lang="zh-CN" altLang="en-US" sz="1600" dirty="0">
                <a:latin typeface="楷体" panose="02010609060101010101" charset="-122"/>
                <a:ea typeface="楷体" panose="02010609060101010101" charset="-122"/>
                <a:cs typeface="楷体" panose="02010609060101010101" charset="-122"/>
              </a:rPr>
              <a:t>与</a:t>
            </a:r>
            <a:r>
              <a:rPr lang="en-US" altLang="zh-CN" sz="1600" dirty="0">
                <a:latin typeface="楷体" panose="02010609060101010101" charset="-122"/>
                <a:ea typeface="楷体" panose="02010609060101010101" charset="-122"/>
                <a:cs typeface="楷体" panose="02010609060101010101" charset="-122"/>
              </a:rPr>
              <a:t>内部接口</a:t>
            </a:r>
            <a:r>
              <a:rPr lang="zh-CN" altLang="en-US" sz="1600" dirty="0">
                <a:latin typeface="楷体" panose="02010609060101010101" charset="-122"/>
                <a:ea typeface="楷体" panose="02010609060101010101" charset="-122"/>
                <a:cs typeface="楷体" panose="02010609060101010101" charset="-122"/>
              </a:rPr>
              <a:t>进行测试，共计</a:t>
            </a:r>
            <a:r>
              <a:rPr lang="en-US" altLang="zh-CN" sz="1600" dirty="0">
                <a:latin typeface="楷体" panose="02010609060101010101" charset="-122"/>
                <a:ea typeface="楷体" panose="02010609060101010101" charset="-122"/>
                <a:cs typeface="楷体" panose="02010609060101010101" charset="-122"/>
              </a:rPr>
              <a:t>95</a:t>
            </a:r>
            <a:r>
              <a:rPr lang="zh-CN" altLang="en-US" sz="1600" dirty="0">
                <a:latin typeface="楷体" panose="02010609060101010101" charset="-122"/>
                <a:ea typeface="楷体" panose="02010609060101010101" charset="-122"/>
                <a:cs typeface="楷体" panose="02010609060101010101" charset="-122"/>
              </a:rPr>
              <a:t>个测试用例（</a:t>
            </a:r>
            <a:r>
              <a:rPr lang="en-US" altLang="zh-CN" sz="1600" dirty="0">
                <a:latin typeface="楷体" panose="02010609060101010101" charset="-122"/>
                <a:ea typeface="楷体" panose="02010609060101010101" charset="-122"/>
                <a:cs typeface="楷体" panose="02010609060101010101" charset="-122"/>
              </a:rPr>
              <a:t>ai</a:t>
            </a:r>
            <a:r>
              <a:rPr lang="zh-CN" altLang="en-US" sz="1600" dirty="0">
                <a:latin typeface="楷体" panose="02010609060101010101" charset="-122"/>
                <a:ea typeface="楷体" panose="02010609060101010101" charset="-122"/>
                <a:cs typeface="楷体" panose="02010609060101010101" charset="-122"/>
              </a:rPr>
              <a:t>调用</a:t>
            </a:r>
            <a:r>
              <a:rPr lang="en-US" altLang="zh-CN" sz="1600" dirty="0">
                <a:latin typeface="楷体" panose="02010609060101010101" charset="-122"/>
                <a:ea typeface="楷体" panose="02010609060101010101" charset="-122"/>
                <a:cs typeface="楷体" panose="02010609060101010101" charset="-122"/>
              </a:rPr>
              <a:t>20</a:t>
            </a:r>
            <a:r>
              <a:rPr lang="zh-CN" altLang="en-US" sz="1600" dirty="0">
                <a:latin typeface="楷体" panose="02010609060101010101" charset="-122"/>
                <a:ea typeface="楷体" panose="02010609060101010101" charset="-122"/>
                <a:cs typeface="楷体" panose="02010609060101010101" charset="-122"/>
              </a:rPr>
              <a:t>个，</a:t>
            </a:r>
            <a:r>
              <a:rPr lang="en-US" altLang="zh-CN" sz="1600" dirty="0">
                <a:latin typeface="楷体" panose="02010609060101010101" charset="-122"/>
                <a:ea typeface="楷体" panose="02010609060101010101" charset="-122"/>
                <a:cs typeface="楷体" panose="02010609060101010101" charset="-122"/>
              </a:rPr>
              <a:t>api</a:t>
            </a:r>
            <a:r>
              <a:rPr lang="zh-CN" altLang="en-US" sz="1600" dirty="0">
                <a:latin typeface="楷体" panose="02010609060101010101" charset="-122"/>
                <a:ea typeface="楷体" panose="02010609060101010101" charset="-122"/>
                <a:cs typeface="楷体" panose="02010609060101010101" charset="-122"/>
              </a:rPr>
              <a:t>测试</a:t>
            </a:r>
            <a:r>
              <a:rPr lang="en-US" altLang="zh-CN" sz="1600" dirty="0">
                <a:latin typeface="楷体" panose="02010609060101010101" charset="-122"/>
                <a:ea typeface="楷体" panose="02010609060101010101" charset="-122"/>
                <a:cs typeface="楷体" panose="02010609060101010101" charset="-122"/>
              </a:rPr>
              <a:t>75</a:t>
            </a:r>
            <a:r>
              <a:rPr lang="zh-CN" altLang="en-US" sz="1600" dirty="0">
                <a:latin typeface="楷体" panose="02010609060101010101" charset="-122"/>
                <a:ea typeface="楷体" panose="02010609060101010101" charset="-122"/>
                <a:cs typeface="楷体" panose="02010609060101010101" charset="-122"/>
              </a:rPr>
              <a:t>个）</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3.性能</a:t>
            </a:r>
            <a:r>
              <a:rPr lang="zh-CN" altLang="en-US" sz="1600" dirty="0">
                <a:latin typeface="楷体" panose="02010609060101010101" charset="-122"/>
                <a:ea typeface="楷体" panose="02010609060101010101" charset="-122"/>
                <a:cs typeface="楷体" panose="02010609060101010101" charset="-122"/>
              </a:rPr>
              <a:t>测试</a:t>
            </a:r>
            <a:r>
              <a:rPr lang="en-US" altLang="zh-CN" sz="1600" dirty="0">
                <a:latin typeface="楷体" panose="02010609060101010101" charset="-122"/>
                <a:ea typeface="楷体" panose="02010609060101010101" charset="-122"/>
                <a:cs typeface="楷体" panose="02010609060101010101" charset="-122"/>
              </a:rPr>
              <a:t>：</a:t>
            </a:r>
            <a:r>
              <a:rPr lang="zh-CN" altLang="en-US" sz="1600" dirty="0">
                <a:latin typeface="楷体" panose="02010609060101010101" charset="-122"/>
                <a:ea typeface="楷体" panose="02010609060101010101" charset="-122"/>
                <a:cs typeface="楷体" panose="02010609060101010101" charset="-122"/>
              </a:rPr>
              <a:t>针对相应性能指标进行相关测试</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4.文档与介质一致性测试</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5.自由操作测试</a:t>
            </a: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endParaRPr lang="en-US" alt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详细见</a:t>
            </a:r>
            <a:r>
              <a:rPr lang="zh-CN" altLang="en-US" sz="1600" dirty="0">
                <a:latin typeface="楷体" panose="02010609060101010101" charset="-122"/>
                <a:ea typeface="楷体" panose="02010609060101010101" charset="-122"/>
                <a:cs typeface="楷体" panose="02010609060101010101" charset="-122"/>
              </a:rPr>
              <a:t>测试</a:t>
            </a:r>
            <a:r>
              <a:rPr lang="en-US" altLang="zh-CN" sz="1600" dirty="0">
                <a:latin typeface="楷体" panose="02010609060101010101" charset="-122"/>
                <a:ea typeface="楷体" panose="02010609060101010101" charset="-122"/>
                <a:cs typeface="楷体" panose="02010609060101010101" charset="-122"/>
              </a:rPr>
              <a:t>设计说明书</a:t>
            </a:r>
            <a:r>
              <a:rPr lang="zh-CN" altLang="en-US" sz="1600" dirty="0">
                <a:latin typeface="楷体" panose="02010609060101010101" charset="-122"/>
                <a:ea typeface="楷体" panose="02010609060101010101" charset="-122"/>
                <a:cs typeface="楷体" panose="02010609060101010101" charset="-122"/>
              </a:rPr>
              <a:t>及相关测试结果</a:t>
            </a:r>
            <a:endParaRPr lang="zh-CN" altLang="en-US" sz="1600" dirty="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151356" y="2087466"/>
            <a:ext cx="2090140" cy="1862048"/>
          </a:xfrm>
          <a:prstGeom prst="rect">
            <a:avLst/>
          </a:prstGeom>
          <a:noFill/>
        </p:spPr>
        <p:txBody>
          <a:bodyPr wrap="square" rtlCol="0">
            <a:spAutoFit/>
          </a:bodyPr>
          <a:lstStyle/>
          <a:p>
            <a:r>
              <a:rPr lang="en-US" altLang="zh-CN" sz="11500" dirty="0">
                <a:solidFill>
                  <a:schemeClr val="accent5">
                    <a:alpha val="34000"/>
                  </a:schemeClr>
                </a:solidFill>
                <a:latin typeface="Impact" panose="020B0806030902050204" pitchFamily="34" charset="0"/>
              </a:rPr>
              <a:t>03</a:t>
            </a:r>
            <a:endParaRPr lang="zh-CN" altLang="en-US" sz="11500" dirty="0">
              <a:solidFill>
                <a:schemeClr val="accent5">
                  <a:alpha val="34000"/>
                </a:schemeClr>
              </a:solidFill>
              <a:latin typeface="Impact" panose="020B0806030902050204" pitchFamily="34" charset="0"/>
            </a:endParaRPr>
          </a:p>
        </p:txBody>
      </p:sp>
      <p:sp>
        <p:nvSpPr>
          <p:cNvPr id="12" name="文本框 11"/>
          <p:cNvSpPr txBox="1"/>
          <p:nvPr/>
        </p:nvSpPr>
        <p:spPr>
          <a:xfrm>
            <a:off x="5400675" y="2650668"/>
            <a:ext cx="1390650" cy="706755"/>
          </a:xfrm>
          <a:prstGeom prst="rect">
            <a:avLst/>
          </a:prstGeom>
          <a:noFill/>
        </p:spPr>
        <p:txBody>
          <a:bodyPr wrap="square" rtlCol="0">
            <a:spAutoFit/>
          </a:bodyPr>
          <a:lstStyle/>
          <a:p>
            <a:pPr algn="ctr"/>
            <a:r>
              <a:rPr lang="en-US" altLang="zh-CN" sz="2000" b="1" dirty="0"/>
              <a:t>PART </a:t>
            </a:r>
            <a:endParaRPr lang="en-US" altLang="zh-CN" sz="2000" b="1" dirty="0"/>
          </a:p>
          <a:p>
            <a:pPr algn="ctr"/>
            <a:r>
              <a:rPr lang="en-US" altLang="zh-CN" sz="2000" b="1" dirty="0"/>
              <a:t>FOUR</a:t>
            </a:r>
            <a:endParaRPr lang="en-US" altLang="zh-CN" sz="2000" b="1" dirty="0"/>
          </a:p>
        </p:txBody>
      </p:sp>
      <p:sp>
        <p:nvSpPr>
          <p:cNvPr id="13" name="文本框 12"/>
          <p:cNvSpPr txBox="1"/>
          <p:nvPr/>
        </p:nvSpPr>
        <p:spPr>
          <a:xfrm>
            <a:off x="429989" y="340681"/>
            <a:ext cx="600075" cy="829945"/>
          </a:xfrm>
          <a:prstGeom prst="rect">
            <a:avLst/>
          </a:prstGeom>
          <a:noFill/>
        </p:spPr>
        <p:txBody>
          <a:bodyPr wrap="square" rtlCol="0">
            <a:spAutoFit/>
          </a:bodyPr>
          <a:lstStyle/>
          <a:p>
            <a:r>
              <a:rPr lang="en-US" altLang="zh-CN" sz="4800" dirty="0">
                <a:solidFill>
                  <a:schemeClr val="accent1"/>
                </a:solidFill>
                <a:latin typeface="Impact" panose="020B0806030902050204" pitchFamily="34" charset="0"/>
              </a:rPr>
              <a:t>4</a:t>
            </a:r>
            <a:endParaRPr lang="en-US" altLang="zh-CN" sz="4800" dirty="0">
              <a:solidFill>
                <a:schemeClr val="accent1"/>
              </a:solidFill>
              <a:latin typeface="Impact" panose="020B0806030902050204" pitchFamily="34" charset="0"/>
            </a:endParaRPr>
          </a:p>
        </p:txBody>
      </p:sp>
      <p:sp>
        <p:nvSpPr>
          <p:cNvPr id="14" name="文本框 13"/>
          <p:cNvSpPr txBox="1"/>
          <p:nvPr/>
        </p:nvSpPr>
        <p:spPr>
          <a:xfrm>
            <a:off x="4936839" y="3909523"/>
            <a:ext cx="2318322" cy="583565"/>
          </a:xfrm>
          <a:prstGeom prst="rect">
            <a:avLst/>
          </a:prstGeom>
          <a:noFill/>
        </p:spPr>
        <p:txBody>
          <a:bodyPr wrap="square" rtlCol="0">
            <a:spAutoFit/>
          </a:bodyPr>
          <a:lstStyle/>
          <a:p>
            <a:pPr algn="ctr"/>
            <a:r>
              <a:rPr lang="zh-CN" altLang="en-US" sz="3200" b="1" kern="0" dirty="0">
                <a:latin typeface="+mj-ea"/>
                <a:ea typeface="+mj-ea"/>
                <a:sym typeface="+mn-ea"/>
              </a:rPr>
              <a:t>项目展示</a:t>
            </a:r>
            <a:endParaRPr lang="zh-CN" altLang="en-US" sz="3200" b="1" dirty="0">
              <a:latin typeface="+mj-ea"/>
              <a:ea typeface="+mj-ea"/>
            </a:endParaRPr>
          </a:p>
        </p:txBody>
      </p:sp>
      <p:pic>
        <p:nvPicPr>
          <p:cNvPr id="18" name="图形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176860" y="2041255"/>
            <a:ext cx="1713618" cy="1713618"/>
          </a:xfrm>
          <a:prstGeom prst="rect">
            <a:avLst/>
          </a:prstGeom>
        </p:spPr>
      </p:pic>
      <p:pic>
        <p:nvPicPr>
          <p:cNvPr id="19" name="图形 1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3287008" y="2041255"/>
            <a:ext cx="1713618" cy="171361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151356" y="2087466"/>
            <a:ext cx="2090140" cy="1862048"/>
          </a:xfrm>
          <a:prstGeom prst="rect">
            <a:avLst/>
          </a:prstGeom>
          <a:noFill/>
        </p:spPr>
        <p:txBody>
          <a:bodyPr wrap="square" rtlCol="0">
            <a:spAutoFit/>
          </a:bodyPr>
          <a:lstStyle/>
          <a:p>
            <a:r>
              <a:rPr lang="en-US" altLang="zh-CN" sz="11500" dirty="0">
                <a:solidFill>
                  <a:schemeClr val="accent5">
                    <a:alpha val="34000"/>
                  </a:schemeClr>
                </a:solidFill>
                <a:latin typeface="Impact" panose="020B0806030902050204" pitchFamily="34" charset="0"/>
              </a:rPr>
              <a:t>03</a:t>
            </a:r>
            <a:endParaRPr lang="zh-CN" altLang="en-US" sz="11500" dirty="0">
              <a:solidFill>
                <a:schemeClr val="accent5">
                  <a:alpha val="34000"/>
                </a:schemeClr>
              </a:solidFill>
              <a:latin typeface="Impact" panose="020B0806030902050204" pitchFamily="34" charset="0"/>
            </a:endParaRPr>
          </a:p>
        </p:txBody>
      </p:sp>
      <p:sp>
        <p:nvSpPr>
          <p:cNvPr id="12" name="文本框 11"/>
          <p:cNvSpPr txBox="1"/>
          <p:nvPr/>
        </p:nvSpPr>
        <p:spPr>
          <a:xfrm>
            <a:off x="5400675" y="2650668"/>
            <a:ext cx="1390650" cy="706755"/>
          </a:xfrm>
          <a:prstGeom prst="rect">
            <a:avLst/>
          </a:prstGeom>
          <a:noFill/>
        </p:spPr>
        <p:txBody>
          <a:bodyPr wrap="square" rtlCol="0">
            <a:spAutoFit/>
          </a:bodyPr>
          <a:lstStyle/>
          <a:p>
            <a:pPr algn="ctr"/>
            <a:r>
              <a:rPr lang="en-US" altLang="zh-CN" sz="2000" b="1" dirty="0"/>
              <a:t>PART </a:t>
            </a:r>
            <a:endParaRPr lang="en-US" altLang="zh-CN" sz="2000" b="1" dirty="0"/>
          </a:p>
          <a:p>
            <a:pPr algn="ctr"/>
            <a:r>
              <a:rPr lang="en-US" altLang="zh-CN" sz="2000" b="1" dirty="0"/>
              <a:t>Five</a:t>
            </a:r>
            <a:endParaRPr lang="en-US" altLang="zh-CN" sz="2000" b="1" dirty="0"/>
          </a:p>
        </p:txBody>
      </p:sp>
      <p:sp>
        <p:nvSpPr>
          <p:cNvPr id="13" name="文本框 12"/>
          <p:cNvSpPr txBox="1"/>
          <p:nvPr/>
        </p:nvSpPr>
        <p:spPr>
          <a:xfrm>
            <a:off x="429989" y="340681"/>
            <a:ext cx="600075" cy="829945"/>
          </a:xfrm>
          <a:prstGeom prst="rect">
            <a:avLst/>
          </a:prstGeom>
          <a:noFill/>
        </p:spPr>
        <p:txBody>
          <a:bodyPr wrap="square" rtlCol="0">
            <a:spAutoFit/>
          </a:bodyPr>
          <a:lstStyle/>
          <a:p>
            <a:r>
              <a:rPr lang="en-US" altLang="zh-CN" sz="4800" dirty="0">
                <a:solidFill>
                  <a:schemeClr val="accent1"/>
                </a:solidFill>
                <a:latin typeface="Impact" panose="020B0806030902050204" pitchFamily="34" charset="0"/>
              </a:rPr>
              <a:t>5</a:t>
            </a:r>
            <a:endParaRPr lang="en-US" altLang="zh-CN" sz="4800" dirty="0">
              <a:solidFill>
                <a:schemeClr val="accent1"/>
              </a:solidFill>
              <a:latin typeface="Impact" panose="020B0806030902050204" pitchFamily="34" charset="0"/>
            </a:endParaRPr>
          </a:p>
        </p:txBody>
      </p:sp>
      <p:sp>
        <p:nvSpPr>
          <p:cNvPr id="14" name="文本框 13"/>
          <p:cNvSpPr txBox="1"/>
          <p:nvPr/>
        </p:nvSpPr>
        <p:spPr>
          <a:xfrm>
            <a:off x="4936839" y="3909523"/>
            <a:ext cx="2318322" cy="583565"/>
          </a:xfrm>
          <a:prstGeom prst="rect">
            <a:avLst/>
          </a:prstGeom>
          <a:noFill/>
        </p:spPr>
        <p:txBody>
          <a:bodyPr wrap="square" rtlCol="0">
            <a:spAutoFit/>
          </a:bodyPr>
          <a:lstStyle/>
          <a:p>
            <a:pPr algn="ctr"/>
            <a:r>
              <a:rPr lang="zh-CN" altLang="en-US" sz="3200" b="1" dirty="0">
                <a:latin typeface="+mj-ea"/>
                <a:ea typeface="+mj-ea"/>
              </a:rPr>
              <a:t>总结和展望</a:t>
            </a:r>
            <a:endParaRPr lang="zh-CN" altLang="en-US" sz="3200" b="1" dirty="0">
              <a:latin typeface="+mj-ea"/>
              <a:ea typeface="+mj-ea"/>
            </a:endParaRPr>
          </a:p>
        </p:txBody>
      </p:sp>
      <p:pic>
        <p:nvPicPr>
          <p:cNvPr id="18" name="图形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176860" y="2041255"/>
            <a:ext cx="1713618" cy="1713618"/>
          </a:xfrm>
          <a:prstGeom prst="rect">
            <a:avLst/>
          </a:prstGeom>
        </p:spPr>
      </p:pic>
      <p:pic>
        <p:nvPicPr>
          <p:cNvPr id="19" name="图形 1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3287008" y="2041255"/>
            <a:ext cx="1713618" cy="17136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587500" y="340360"/>
            <a:ext cx="4508500" cy="530225"/>
          </a:xfrm>
        </p:spPr>
        <p:txBody>
          <a:bodyPr/>
          <a:lstStyle/>
          <a:p>
            <a:r>
              <a:rPr lang="zh-CN" dirty="0"/>
              <a:t>总结和展望</a:t>
            </a:r>
            <a:endParaRPr lang="zh-CN" dirty="0"/>
          </a:p>
        </p:txBody>
      </p:sp>
      <p:sp>
        <p:nvSpPr>
          <p:cNvPr id="55" name="文本框 54"/>
          <p:cNvSpPr txBox="1"/>
          <p:nvPr/>
        </p:nvSpPr>
        <p:spPr>
          <a:xfrm>
            <a:off x="1266012" y="1350390"/>
            <a:ext cx="2342954" cy="368300"/>
          </a:xfrm>
          <a:prstGeom prst="rect">
            <a:avLst/>
          </a:prstGeom>
          <a:noFill/>
        </p:spPr>
        <p:txBody>
          <a:bodyPr wrap="square" rtlCol="0">
            <a:spAutoFit/>
          </a:bodyPr>
          <a:p>
            <a:pPr algn="ctr"/>
            <a:r>
              <a:rPr lang="zh-CN" altLang="en-US" b="1" dirty="0">
                <a:latin typeface="楷体" panose="02010609060101010101" charset="-122"/>
                <a:ea typeface="楷体" panose="02010609060101010101" charset="-122"/>
                <a:cs typeface="楷体" panose="02010609060101010101" charset="-122"/>
              </a:rPr>
              <a:t>我们做了什么</a:t>
            </a:r>
            <a:endParaRPr lang="zh-CN" altLang="en-US" b="1" dirty="0">
              <a:latin typeface="楷体" panose="02010609060101010101" charset="-122"/>
              <a:ea typeface="楷体" panose="02010609060101010101" charset="-122"/>
              <a:cs typeface="楷体" panose="02010609060101010101" charset="-122"/>
            </a:endParaRPr>
          </a:p>
        </p:txBody>
      </p:sp>
      <p:sp>
        <p:nvSpPr>
          <p:cNvPr id="56" name="文本框 55"/>
          <p:cNvSpPr txBox="1"/>
          <p:nvPr/>
        </p:nvSpPr>
        <p:spPr>
          <a:xfrm>
            <a:off x="508635" y="1955165"/>
            <a:ext cx="4218940" cy="2971165"/>
          </a:xfrm>
          <a:prstGeom prst="rect">
            <a:avLst/>
          </a:prstGeom>
          <a:noFill/>
        </p:spPr>
        <p:txBody>
          <a:bodyPr wrap="square" rtlCol="0">
            <a:spAutoFit/>
          </a:bodyPr>
          <a:p>
            <a:pPr algn="just">
              <a:lnSpc>
                <a:spcPct val="130000"/>
              </a:lnSpc>
            </a:pPr>
            <a:r>
              <a:rPr sz="1600" dirty="0">
                <a:latin typeface="楷体" panose="02010609060101010101" charset="-122"/>
                <a:ea typeface="楷体" panose="02010609060101010101" charset="-122"/>
                <a:cs typeface="楷体" panose="02010609060101010101" charset="-122"/>
              </a:rPr>
              <a:t>历时 12 周，团队完成了 ddl-master 智能日程管理系统从零到一的完整闭环研发，实现了从工程构思到高可用系统上线的全面落地。</a:t>
            </a:r>
            <a:endParaRPr sz="1600" dirty="0">
              <a:latin typeface="楷体" panose="02010609060101010101" charset="-122"/>
              <a:ea typeface="楷体" panose="02010609060101010101" charset="-122"/>
              <a:cs typeface="楷体" panose="02010609060101010101" charset="-122"/>
            </a:endParaRPr>
          </a:p>
          <a:p>
            <a:pPr algn="just">
              <a:lnSpc>
                <a:spcPct val="130000"/>
              </a:lnSpc>
            </a:pPr>
            <a:r>
              <a:rPr sz="1600" dirty="0">
                <a:latin typeface="楷体" panose="02010609060101010101" charset="-122"/>
                <a:ea typeface="楷体" panose="02010609060101010101" charset="-122"/>
                <a:cs typeface="楷体" panose="02010609060101010101" charset="-122"/>
              </a:rPr>
              <a:t>遵循现代软件工程生命周期</a:t>
            </a:r>
            <a:r>
              <a:rPr lang="zh-CN" sz="1600" dirty="0">
                <a:latin typeface="楷体" panose="02010609060101010101" charset="-122"/>
                <a:ea typeface="楷体" panose="02010609060101010101" charset="-122"/>
                <a:cs typeface="楷体" panose="02010609060101010101" charset="-122"/>
              </a:rPr>
              <a:t>，输出</a:t>
            </a:r>
            <a:r>
              <a:rPr sz="1600" dirty="0">
                <a:latin typeface="楷体" panose="02010609060101010101" charset="-122"/>
                <a:ea typeface="楷体" panose="02010609060101010101" charset="-122"/>
                <a:cs typeface="楷体" panose="02010609060101010101" charset="-122"/>
              </a:rPr>
              <a:t>标准的需求规格说明书（SRS）、系统设计说明书（SDD）及</a:t>
            </a:r>
            <a:r>
              <a:rPr lang="zh-CN" sz="1600" dirty="0">
                <a:latin typeface="楷体" panose="02010609060101010101" charset="-122"/>
                <a:ea typeface="楷体" panose="02010609060101010101" charset="-122"/>
                <a:cs typeface="楷体" panose="02010609060101010101" charset="-122"/>
              </a:rPr>
              <a:t>测试设计说明书</a:t>
            </a:r>
            <a:r>
              <a:rPr sz="1600" dirty="0">
                <a:latin typeface="楷体" panose="02010609060101010101" charset="-122"/>
                <a:ea typeface="楷体" panose="02010609060101010101" charset="-122"/>
                <a:cs typeface="楷体" panose="02010609060101010101" charset="-122"/>
              </a:rPr>
              <a:t>。</a:t>
            </a:r>
            <a:endParaRPr sz="1600" dirty="0">
              <a:latin typeface="楷体" panose="02010609060101010101" charset="-122"/>
              <a:ea typeface="楷体" panose="02010609060101010101" charset="-122"/>
              <a:cs typeface="楷体" panose="02010609060101010101" charset="-122"/>
            </a:endParaRPr>
          </a:p>
          <a:p>
            <a:pPr algn="just">
              <a:lnSpc>
                <a:spcPct val="130000"/>
              </a:lnSpc>
            </a:pPr>
            <a:r>
              <a:rPr sz="1600" dirty="0">
                <a:latin typeface="楷体" panose="02010609060101010101" charset="-122"/>
                <a:ea typeface="楷体" panose="02010609060101010101" charset="-122"/>
                <a:cs typeface="楷体" panose="02010609060101010101" charset="-122"/>
              </a:rPr>
              <a:t>成功打造出“</a:t>
            </a:r>
            <a:r>
              <a:rPr lang="zh-CN" sz="1600" dirty="0">
                <a:latin typeface="楷体" panose="02010609060101010101" charset="-122"/>
                <a:ea typeface="楷体" panose="02010609060101010101" charset="-122"/>
                <a:cs typeface="楷体" panose="02010609060101010101" charset="-122"/>
              </a:rPr>
              <a:t>面向</a:t>
            </a:r>
            <a:r>
              <a:rPr lang="en-US" altLang="zh-CN" sz="1600" dirty="0">
                <a:latin typeface="楷体" panose="02010609060101010101" charset="-122"/>
                <a:ea typeface="楷体" panose="02010609060101010101" charset="-122"/>
                <a:cs typeface="楷体" panose="02010609060101010101" charset="-122"/>
              </a:rPr>
              <a:t>ddl</a:t>
            </a:r>
            <a:r>
              <a:rPr sz="1600" dirty="0">
                <a:latin typeface="楷体" panose="02010609060101010101" charset="-122"/>
                <a:ea typeface="楷体" panose="02010609060101010101" charset="-122"/>
                <a:cs typeface="楷体" panose="02010609060101010101" charset="-122"/>
              </a:rPr>
              <a:t>”的智能时间管理工具，用 AI 赋能生产力提效。</a:t>
            </a:r>
            <a:endParaRPr sz="1600" dirty="0">
              <a:latin typeface="楷体" panose="02010609060101010101" charset="-122"/>
              <a:ea typeface="楷体" panose="02010609060101010101" charset="-122"/>
              <a:cs typeface="楷体" panose="02010609060101010101" charset="-122"/>
            </a:endParaRPr>
          </a:p>
        </p:txBody>
      </p:sp>
      <p:sp>
        <p:nvSpPr>
          <p:cNvPr id="4" name="文本框 3"/>
          <p:cNvSpPr txBox="1"/>
          <p:nvPr/>
        </p:nvSpPr>
        <p:spPr>
          <a:xfrm>
            <a:off x="7355027" y="1350390"/>
            <a:ext cx="2342954" cy="368300"/>
          </a:xfrm>
          <a:prstGeom prst="rect">
            <a:avLst/>
          </a:prstGeom>
          <a:noFill/>
        </p:spPr>
        <p:txBody>
          <a:bodyPr wrap="square" rtlCol="0">
            <a:spAutoFit/>
          </a:bodyPr>
          <a:p>
            <a:pPr algn="ctr"/>
            <a:r>
              <a:rPr lang="zh-CN" altLang="en-US" b="1" dirty="0">
                <a:latin typeface="楷体" panose="02010609060101010101" charset="-122"/>
                <a:ea typeface="楷体" panose="02010609060101010101" charset="-122"/>
                <a:cs typeface="楷体" panose="02010609060101010101" charset="-122"/>
              </a:rPr>
              <a:t>展望</a:t>
            </a:r>
            <a:endParaRPr lang="zh-CN" altLang="en-US" b="1" dirty="0">
              <a:latin typeface="楷体" panose="02010609060101010101" charset="-122"/>
              <a:ea typeface="楷体" panose="02010609060101010101" charset="-122"/>
              <a:cs typeface="楷体" panose="02010609060101010101" charset="-122"/>
            </a:endParaRPr>
          </a:p>
        </p:txBody>
      </p:sp>
      <p:sp>
        <p:nvSpPr>
          <p:cNvPr id="5" name="文本框 4"/>
          <p:cNvSpPr txBox="1"/>
          <p:nvPr/>
        </p:nvSpPr>
        <p:spPr>
          <a:xfrm>
            <a:off x="6615430" y="1955165"/>
            <a:ext cx="4218940" cy="2011045"/>
          </a:xfrm>
          <a:prstGeom prst="rect">
            <a:avLst/>
          </a:prstGeom>
          <a:noFill/>
        </p:spPr>
        <p:txBody>
          <a:bodyPr wrap="square" rtlCol="0">
            <a:spAutoFit/>
          </a:bodyPr>
          <a:p>
            <a:pPr algn="just">
              <a:lnSpc>
                <a:spcPct val="130000"/>
              </a:lnSpc>
            </a:pPr>
            <a:r>
              <a:rPr lang="zh-CN" sz="1600" dirty="0">
                <a:latin typeface="楷体" panose="02010609060101010101" charset="-122"/>
                <a:ea typeface="楷体" panose="02010609060101010101" charset="-122"/>
                <a:cs typeface="楷体" panose="02010609060101010101" charset="-122"/>
              </a:rPr>
              <a:t>目前项目还可以进行下面推进</a:t>
            </a:r>
            <a:endParaRPr lang="zh-CN"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1. </a:t>
            </a:r>
            <a:r>
              <a:rPr lang="zh-CN" altLang="en-US" sz="1600" dirty="0">
                <a:latin typeface="楷体" panose="02010609060101010101" charset="-122"/>
                <a:ea typeface="楷体" panose="02010609060101010101" charset="-122"/>
                <a:cs typeface="楷体" panose="02010609060101010101" charset="-122"/>
              </a:rPr>
              <a:t>小程序上线推进</a:t>
            </a:r>
            <a:endParaRPr lang="zh-CN" altLang="en-US"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2. </a:t>
            </a:r>
            <a:r>
              <a:rPr lang="zh-CN" altLang="en-US" sz="1600" dirty="0">
                <a:latin typeface="楷体" panose="02010609060101010101" charset="-122"/>
                <a:ea typeface="楷体" panose="02010609060101010101" charset="-122"/>
                <a:cs typeface="楷体" panose="02010609060101010101" charset="-122"/>
              </a:rPr>
              <a:t>根据测试结果再进行迭代优化</a:t>
            </a:r>
            <a:endParaRPr lang="zh-CN" altLang="en-US" sz="1600" dirty="0">
              <a:latin typeface="楷体" panose="02010609060101010101" charset="-122"/>
              <a:ea typeface="楷体" panose="02010609060101010101" charset="-122"/>
              <a:cs typeface="楷体" panose="02010609060101010101" charset="-122"/>
            </a:endParaRPr>
          </a:p>
          <a:p>
            <a:pPr algn="just">
              <a:lnSpc>
                <a:spcPct val="130000"/>
              </a:lnSpc>
            </a:pPr>
            <a:r>
              <a:rPr lang="en-US" altLang="zh-CN" sz="1600" dirty="0">
                <a:latin typeface="楷体" panose="02010609060101010101" charset="-122"/>
                <a:ea typeface="楷体" panose="02010609060101010101" charset="-122"/>
                <a:cs typeface="楷体" panose="02010609060101010101" charset="-122"/>
              </a:rPr>
              <a:t>3. </a:t>
            </a:r>
            <a:r>
              <a:rPr lang="zh-CN" altLang="en-US" sz="1600" dirty="0">
                <a:latin typeface="楷体" panose="02010609060101010101" charset="-122"/>
                <a:ea typeface="楷体" panose="02010609060101010101" charset="-122"/>
                <a:cs typeface="楷体" panose="02010609060101010101" charset="-122"/>
              </a:rPr>
              <a:t>生态全端同步：如桌面小组件</a:t>
            </a:r>
            <a:r>
              <a:rPr lang="en-US" altLang="zh-CN" sz="1600" dirty="0">
                <a:latin typeface="楷体" panose="02010609060101010101" charset="-122"/>
                <a:ea typeface="楷体" panose="02010609060101010101" charset="-122"/>
                <a:cs typeface="楷体" panose="02010609060101010101" charset="-122"/>
              </a:rPr>
              <a:t>/</a:t>
            </a:r>
            <a:r>
              <a:rPr lang="zh-CN" altLang="en-US" sz="1600" dirty="0">
                <a:latin typeface="楷体" panose="02010609060101010101" charset="-122"/>
                <a:ea typeface="楷体" panose="02010609060101010101" charset="-122"/>
                <a:cs typeface="楷体" panose="02010609060101010101" charset="-122"/>
              </a:rPr>
              <a:t>各平台</a:t>
            </a:r>
            <a:r>
              <a:rPr lang="en-US" altLang="zh-CN" sz="1600" dirty="0">
                <a:latin typeface="楷体" panose="02010609060101010101" charset="-122"/>
                <a:ea typeface="楷体" panose="02010609060101010101" charset="-122"/>
                <a:cs typeface="楷体" panose="02010609060101010101" charset="-122"/>
              </a:rPr>
              <a:t>app</a:t>
            </a:r>
            <a:r>
              <a:rPr lang="zh-CN" altLang="en-US" sz="1600" dirty="0">
                <a:latin typeface="楷体" panose="02010609060101010101" charset="-122"/>
                <a:ea typeface="楷体" panose="02010609060101010101" charset="-122"/>
                <a:cs typeface="楷体" panose="02010609060101010101" charset="-122"/>
              </a:rPr>
              <a:t>等</a:t>
            </a:r>
            <a:endParaRPr lang="zh-CN" altLang="en-US" sz="1600" dirty="0">
              <a:latin typeface="楷体" panose="02010609060101010101" charset="-122"/>
              <a:ea typeface="楷体" panose="02010609060101010101" charset="-122"/>
              <a:cs typeface="楷体" panose="02010609060101010101" charset="-122"/>
            </a:endParaRPr>
          </a:p>
          <a:p>
            <a:pPr algn="just">
              <a:lnSpc>
                <a:spcPct val="130000"/>
              </a:lnSpc>
            </a:pPr>
            <a:endParaRPr lang="en-US" altLang="zh-CN" sz="1600" dirty="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占位符 9"/>
          <p:cNvPicPr>
            <a:picLocks noGrp="1" noChangeAspect="1"/>
          </p:cNvPicPr>
          <p:nvPr>
            <p:ph type="pic" sz="quarter" idx="12"/>
          </p:nvPr>
        </p:nvPicPr>
        <p:blipFill>
          <a:blip r:embed="rId1">
            <a:extLst>
              <a:ext uri="{28A0092B-C50C-407E-A947-70E740481C1C}">
                <a14:useLocalDpi xmlns:a14="http://schemas.microsoft.com/office/drawing/2010/main" val="0"/>
              </a:ext>
            </a:extLst>
          </a:blip>
          <a:srcRect t="68" b="68"/>
          <a:stretch>
            <a:fillRect/>
          </a:stretch>
        </p:blipFill>
        <p:spPr>
          <a:xfrm>
            <a:off x="5764211" y="2618742"/>
            <a:ext cx="6427787" cy="4237037"/>
          </a:xfrm>
        </p:spPr>
      </p:pic>
      <p:pic>
        <p:nvPicPr>
          <p:cNvPr id="8" name="图片占位符 7"/>
          <p:cNvPicPr>
            <a:picLocks noGrp="1" noChangeAspect="1"/>
          </p:cNvPicPr>
          <p:nvPr>
            <p:ph type="pic" sz="quarter" idx="11"/>
          </p:nvPr>
        </p:nvPicPr>
        <p:blipFill>
          <a:blip r:embed="rId2"/>
          <a:srcRect t="32" b="32"/>
          <a:stretch>
            <a:fillRect/>
          </a:stretch>
        </p:blipFill>
        <p:spPr>
          <a:xfrm>
            <a:off x="0" y="2523843"/>
            <a:ext cx="5764212" cy="4331936"/>
          </a:xfrm>
        </p:spPr>
      </p:pic>
      <p:sp>
        <p:nvSpPr>
          <p:cNvPr id="11" name="矩形 10"/>
          <p:cNvSpPr/>
          <p:nvPr/>
        </p:nvSpPr>
        <p:spPr>
          <a:xfrm>
            <a:off x="0" y="0"/>
            <a:ext cx="12192000" cy="6858000"/>
          </a:xfrm>
          <a:prstGeom prst="rect">
            <a:avLst/>
          </a:prstGeom>
          <a:gradFill>
            <a:gsLst>
              <a:gs pos="0">
                <a:schemeClr val="bg1">
                  <a:alpha val="75000"/>
                </a:schemeClr>
              </a:gs>
              <a:gs pos="31000">
                <a:schemeClr val="bg1">
                  <a:alpha val="85000"/>
                </a:schemeClr>
              </a:gs>
              <a:gs pos="65601">
                <a:srgbClr val="FFFFFF"/>
              </a:gs>
              <a:gs pos="45000">
                <a:schemeClr val="bg1"/>
              </a:gs>
              <a:gs pos="100000">
                <a:schemeClr val="bg1">
                  <a:alpha val="8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703020204020201" pitchFamily="34" charset="-122"/>
              <a:cs typeface="+mn-cs"/>
            </a:endParaRPr>
          </a:p>
        </p:txBody>
      </p:sp>
      <p:pic>
        <p:nvPicPr>
          <p:cNvPr id="6" name="图片占位符 5"/>
          <p:cNvPicPr>
            <a:picLocks noGrp="1" noChangeAspect="1"/>
          </p:cNvPicPr>
          <p:nvPr>
            <p:ph type="pic" sz="quarter" idx="10"/>
          </p:nvPr>
        </p:nvPicPr>
        <p:blipFill>
          <a:blip r:embed="rId3" cstate="email"/>
          <a:srcRect t="9250" b="9250"/>
          <a:stretch>
            <a:fillRect/>
          </a:stretch>
        </p:blipFill>
        <p:spPr/>
      </p:pic>
      <p:sp>
        <p:nvSpPr>
          <p:cNvPr id="12" name="任意多边形: 形状 11"/>
          <p:cNvSpPr/>
          <p:nvPr/>
        </p:nvSpPr>
        <p:spPr>
          <a:xfrm rot="10800000">
            <a:off x="0" y="0"/>
            <a:ext cx="12192001" cy="4062881"/>
          </a:xfrm>
          <a:custGeom>
            <a:avLst/>
            <a:gdLst>
              <a:gd name="connsiteX0" fmla="*/ 12192000 w 12192001"/>
              <a:gd name="connsiteY0" fmla="*/ 4062881 h 4062881"/>
              <a:gd name="connsiteX1" fmla="*/ 0 w 12192001"/>
              <a:gd name="connsiteY1" fmla="*/ 4062881 h 4062881"/>
              <a:gd name="connsiteX2" fmla="*/ 0 w 12192001"/>
              <a:gd name="connsiteY2" fmla="*/ 1441627 h 4062881"/>
              <a:gd name="connsiteX3" fmla="*/ 7949 w 12192001"/>
              <a:gd name="connsiteY3" fmla="*/ 1441627 h 4062881"/>
              <a:gd name="connsiteX4" fmla="*/ 6105511 w 12192001"/>
              <a:gd name="connsiteY4" fmla="*/ 0 h 4062881"/>
              <a:gd name="connsiteX5" fmla="*/ 12184078 w 12192001"/>
              <a:gd name="connsiteY5" fmla="*/ 1441627 h 4062881"/>
              <a:gd name="connsiteX6" fmla="*/ 12192000 w 12192001"/>
              <a:gd name="connsiteY6" fmla="*/ 1441627 h 4062881"/>
              <a:gd name="connsiteX7" fmla="*/ 12192000 w 12192001"/>
              <a:gd name="connsiteY7" fmla="*/ 1443506 h 4062881"/>
              <a:gd name="connsiteX8" fmla="*/ 12192001 w 12192001"/>
              <a:gd name="connsiteY8" fmla="*/ 1443506 h 4062881"/>
              <a:gd name="connsiteX9" fmla="*/ 12192000 w 12192001"/>
              <a:gd name="connsiteY9" fmla="*/ 1443506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chemeClr val="accent1">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703020204020201" pitchFamily="34" charset="-122"/>
              <a:cs typeface="+mn-cs"/>
            </a:endParaRPr>
          </a:p>
        </p:txBody>
      </p:sp>
      <p:grpSp>
        <p:nvGrpSpPr>
          <p:cNvPr id="13" name="组合 12"/>
          <p:cNvGrpSpPr/>
          <p:nvPr/>
        </p:nvGrpSpPr>
        <p:grpSpPr>
          <a:xfrm>
            <a:off x="4764968" y="4547917"/>
            <a:ext cx="2662059" cy="815290"/>
            <a:chOff x="4954881" y="1942452"/>
            <a:chExt cx="6214687" cy="1903328"/>
          </a:xfrm>
          <a:solidFill>
            <a:schemeClr val="tx1"/>
          </a:solidFill>
        </p:grpSpPr>
        <p:grpSp>
          <p:nvGrpSpPr>
            <p:cNvPr id="14" name="íślïdé"/>
            <p:cNvGrpSpPr/>
            <p:nvPr/>
          </p:nvGrpSpPr>
          <p:grpSpPr>
            <a:xfrm>
              <a:off x="4954881" y="1942452"/>
              <a:ext cx="1901067" cy="1903328"/>
              <a:chOff x="1735138" y="2095500"/>
              <a:chExt cx="2667000" cy="2670175"/>
            </a:xfrm>
            <a:grpFill/>
          </p:grpSpPr>
          <p:sp>
            <p:nvSpPr>
              <p:cNvPr id="21" name="ïṡḻïḍê"/>
              <p:cNvSpPr/>
              <p:nvPr/>
            </p:nvSpPr>
            <p:spPr bwMode="auto">
              <a:xfrm>
                <a:off x="2913063" y="3238500"/>
                <a:ext cx="319088" cy="762000"/>
              </a:xfrm>
              <a:custGeom>
                <a:avLst/>
                <a:gdLst>
                  <a:gd name="T0" fmla="*/ 56 w 97"/>
                  <a:gd name="T1" fmla="*/ 193 h 231"/>
                  <a:gd name="T2" fmla="*/ 41 w 97"/>
                  <a:gd name="T3" fmla="*/ 193 h 231"/>
                  <a:gd name="T4" fmla="*/ 41 w 97"/>
                  <a:gd name="T5" fmla="*/ 22 h 231"/>
                  <a:gd name="T6" fmla="*/ 23 w 97"/>
                  <a:gd name="T7" fmla="*/ 0 h 231"/>
                  <a:gd name="T8" fmla="*/ 4 w 97"/>
                  <a:gd name="T9" fmla="*/ 22 h 231"/>
                  <a:gd name="T10" fmla="*/ 1 w 97"/>
                  <a:gd name="T11" fmla="*/ 175 h 231"/>
                  <a:gd name="T12" fmla="*/ 48 w 97"/>
                  <a:gd name="T13" fmla="*/ 231 h 231"/>
                  <a:gd name="T14" fmla="*/ 96 w 97"/>
                  <a:gd name="T15" fmla="*/ 175 h 231"/>
                  <a:gd name="T16" fmla="*/ 92 w 97"/>
                  <a:gd name="T17" fmla="*/ 22 h 231"/>
                  <a:gd name="T18" fmla="*/ 73 w 97"/>
                  <a:gd name="T19" fmla="*/ 0 h 231"/>
                  <a:gd name="T20" fmla="*/ 56 w 97"/>
                  <a:gd name="T21" fmla="*/ 22 h 231"/>
                  <a:gd name="T22" fmla="*/ 56 w 97"/>
                  <a:gd name="T23" fmla="*/ 19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231">
                    <a:moveTo>
                      <a:pt x="56" y="193"/>
                    </a:moveTo>
                    <a:cubicBezTo>
                      <a:pt x="41" y="193"/>
                      <a:pt x="41" y="193"/>
                      <a:pt x="41" y="193"/>
                    </a:cubicBezTo>
                    <a:cubicBezTo>
                      <a:pt x="41" y="136"/>
                      <a:pt x="41" y="79"/>
                      <a:pt x="41" y="22"/>
                    </a:cubicBezTo>
                    <a:cubicBezTo>
                      <a:pt x="40" y="11"/>
                      <a:pt x="38" y="1"/>
                      <a:pt x="23" y="0"/>
                    </a:cubicBezTo>
                    <a:cubicBezTo>
                      <a:pt x="13" y="0"/>
                      <a:pt x="4" y="7"/>
                      <a:pt x="4" y="22"/>
                    </a:cubicBezTo>
                    <a:cubicBezTo>
                      <a:pt x="3" y="73"/>
                      <a:pt x="2" y="124"/>
                      <a:pt x="1" y="175"/>
                    </a:cubicBezTo>
                    <a:cubicBezTo>
                      <a:pt x="0" y="206"/>
                      <a:pt x="15" y="231"/>
                      <a:pt x="48" y="231"/>
                    </a:cubicBezTo>
                    <a:cubicBezTo>
                      <a:pt x="82" y="231"/>
                      <a:pt x="97" y="206"/>
                      <a:pt x="96" y="175"/>
                    </a:cubicBezTo>
                    <a:cubicBezTo>
                      <a:pt x="95" y="124"/>
                      <a:pt x="94" y="73"/>
                      <a:pt x="92" y="22"/>
                    </a:cubicBezTo>
                    <a:cubicBezTo>
                      <a:pt x="92" y="7"/>
                      <a:pt x="84" y="0"/>
                      <a:pt x="73" y="0"/>
                    </a:cubicBezTo>
                    <a:cubicBezTo>
                      <a:pt x="58" y="1"/>
                      <a:pt x="56" y="11"/>
                      <a:pt x="56" y="22"/>
                    </a:cubicBezTo>
                    <a:cubicBezTo>
                      <a:pt x="56" y="79"/>
                      <a:pt x="56" y="136"/>
                      <a:pt x="56"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22" name="ï$lîḍè"/>
              <p:cNvSpPr/>
              <p:nvPr/>
            </p:nvSpPr>
            <p:spPr bwMode="auto">
              <a:xfrm>
                <a:off x="2008188" y="2713038"/>
                <a:ext cx="257175" cy="342900"/>
              </a:xfrm>
              <a:custGeom>
                <a:avLst/>
                <a:gdLst>
                  <a:gd name="T0" fmla="*/ 13 w 78"/>
                  <a:gd name="T1" fmla="*/ 80 h 104"/>
                  <a:gd name="T2" fmla="*/ 6 w 78"/>
                  <a:gd name="T3" fmla="*/ 80 h 104"/>
                  <a:gd name="T4" fmla="*/ 1 w 78"/>
                  <a:gd name="T5" fmla="*/ 85 h 104"/>
                  <a:gd name="T6" fmla="*/ 7 w 78"/>
                  <a:gd name="T7" fmla="*/ 96 h 104"/>
                  <a:gd name="T8" fmla="*/ 36 w 78"/>
                  <a:gd name="T9" fmla="*/ 103 h 104"/>
                  <a:gd name="T10" fmla="*/ 40 w 78"/>
                  <a:gd name="T11" fmla="*/ 94 h 104"/>
                  <a:gd name="T12" fmla="*/ 26 w 78"/>
                  <a:gd name="T13" fmla="*/ 87 h 104"/>
                  <a:gd name="T14" fmla="*/ 20 w 78"/>
                  <a:gd name="T15" fmla="*/ 62 h 104"/>
                  <a:gd name="T16" fmla="*/ 27 w 78"/>
                  <a:gd name="T17" fmla="*/ 38 h 104"/>
                  <a:gd name="T18" fmla="*/ 32 w 78"/>
                  <a:gd name="T19" fmla="*/ 40 h 104"/>
                  <a:gd name="T20" fmla="*/ 38 w 78"/>
                  <a:gd name="T21" fmla="*/ 54 h 104"/>
                  <a:gd name="T22" fmla="*/ 35 w 78"/>
                  <a:gd name="T23" fmla="*/ 56 h 104"/>
                  <a:gd name="T24" fmla="*/ 28 w 78"/>
                  <a:gd name="T25" fmla="*/ 56 h 104"/>
                  <a:gd name="T26" fmla="*/ 26 w 78"/>
                  <a:gd name="T27" fmla="*/ 63 h 104"/>
                  <a:gd name="T28" fmla="*/ 34 w 78"/>
                  <a:gd name="T29" fmla="*/ 65 h 104"/>
                  <a:gd name="T30" fmla="*/ 38 w 78"/>
                  <a:gd name="T31" fmla="*/ 65 h 104"/>
                  <a:gd name="T32" fmla="*/ 37 w 78"/>
                  <a:gd name="T33" fmla="*/ 74 h 104"/>
                  <a:gd name="T34" fmla="*/ 37 w 78"/>
                  <a:gd name="T35" fmla="*/ 80 h 104"/>
                  <a:gd name="T36" fmla="*/ 45 w 78"/>
                  <a:gd name="T37" fmla="*/ 80 h 104"/>
                  <a:gd name="T38" fmla="*/ 45 w 78"/>
                  <a:gd name="T39" fmla="*/ 68 h 104"/>
                  <a:gd name="T40" fmla="*/ 49 w 78"/>
                  <a:gd name="T41" fmla="*/ 57 h 104"/>
                  <a:gd name="T42" fmla="*/ 58 w 78"/>
                  <a:gd name="T43" fmla="*/ 55 h 104"/>
                  <a:gd name="T44" fmla="*/ 66 w 78"/>
                  <a:gd name="T45" fmla="*/ 42 h 104"/>
                  <a:gd name="T46" fmla="*/ 71 w 78"/>
                  <a:gd name="T47" fmla="*/ 17 h 104"/>
                  <a:gd name="T48" fmla="*/ 73 w 78"/>
                  <a:gd name="T49" fmla="*/ 7 h 104"/>
                  <a:gd name="T50" fmla="*/ 38 w 78"/>
                  <a:gd name="T51" fmla="*/ 8 h 104"/>
                  <a:gd name="T52" fmla="*/ 16 w 78"/>
                  <a:gd name="T53" fmla="*/ 40 h 104"/>
                  <a:gd name="T54" fmla="*/ 12 w 78"/>
                  <a:gd name="T55" fmla="*/ 69 h 104"/>
                  <a:gd name="T56" fmla="*/ 13 w 78"/>
                  <a:gd name="T57" fmla="*/ 80 h 104"/>
                  <a:gd name="T58" fmla="*/ 13 w 78"/>
                  <a:gd name="T59" fmla="*/ 80 h 104"/>
                  <a:gd name="T60" fmla="*/ 44 w 78"/>
                  <a:gd name="T61" fmla="*/ 54 h 104"/>
                  <a:gd name="T62" fmla="*/ 42 w 78"/>
                  <a:gd name="T63" fmla="*/ 56 h 104"/>
                  <a:gd name="T64" fmla="*/ 42 w 78"/>
                  <a:gd name="T65" fmla="*/ 39 h 104"/>
                  <a:gd name="T66" fmla="*/ 35 w 78"/>
                  <a:gd name="T67" fmla="*/ 35 h 104"/>
                  <a:gd name="T68" fmla="*/ 29 w 78"/>
                  <a:gd name="T69" fmla="*/ 35 h 104"/>
                  <a:gd name="T70" fmla="*/ 36 w 78"/>
                  <a:gd name="T71" fmla="*/ 23 h 104"/>
                  <a:gd name="T72" fmla="*/ 54 w 78"/>
                  <a:gd name="T73" fmla="*/ 11 h 104"/>
                  <a:gd name="T74" fmla="*/ 55 w 78"/>
                  <a:gd name="T75" fmla="*/ 28 h 104"/>
                  <a:gd name="T76" fmla="*/ 54 w 78"/>
                  <a:gd name="T77" fmla="*/ 45 h 104"/>
                  <a:gd name="T78" fmla="*/ 48 w 78"/>
                  <a:gd name="T79" fmla="*/ 48 h 104"/>
                  <a:gd name="T80" fmla="*/ 44 w 78"/>
                  <a:gd name="T81" fmla="*/ 5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104">
                    <a:moveTo>
                      <a:pt x="13" y="80"/>
                    </a:moveTo>
                    <a:cubicBezTo>
                      <a:pt x="12" y="81"/>
                      <a:pt x="9" y="79"/>
                      <a:pt x="6" y="80"/>
                    </a:cubicBezTo>
                    <a:cubicBezTo>
                      <a:pt x="3" y="82"/>
                      <a:pt x="2" y="84"/>
                      <a:pt x="1" y="85"/>
                    </a:cubicBezTo>
                    <a:cubicBezTo>
                      <a:pt x="0" y="87"/>
                      <a:pt x="1" y="92"/>
                      <a:pt x="7" y="96"/>
                    </a:cubicBezTo>
                    <a:cubicBezTo>
                      <a:pt x="12" y="100"/>
                      <a:pt x="32" y="104"/>
                      <a:pt x="36" y="103"/>
                    </a:cubicBezTo>
                    <a:cubicBezTo>
                      <a:pt x="40" y="102"/>
                      <a:pt x="43" y="94"/>
                      <a:pt x="40" y="94"/>
                    </a:cubicBezTo>
                    <a:cubicBezTo>
                      <a:pt x="36" y="93"/>
                      <a:pt x="28" y="91"/>
                      <a:pt x="26" y="87"/>
                    </a:cubicBezTo>
                    <a:cubicBezTo>
                      <a:pt x="23" y="83"/>
                      <a:pt x="19" y="76"/>
                      <a:pt x="20" y="62"/>
                    </a:cubicBezTo>
                    <a:cubicBezTo>
                      <a:pt x="20" y="48"/>
                      <a:pt x="25" y="40"/>
                      <a:pt x="27" y="38"/>
                    </a:cubicBezTo>
                    <a:cubicBezTo>
                      <a:pt x="29" y="37"/>
                      <a:pt x="32" y="39"/>
                      <a:pt x="32" y="40"/>
                    </a:cubicBezTo>
                    <a:cubicBezTo>
                      <a:pt x="33" y="41"/>
                      <a:pt x="37" y="53"/>
                      <a:pt x="38" y="54"/>
                    </a:cubicBezTo>
                    <a:cubicBezTo>
                      <a:pt x="38" y="54"/>
                      <a:pt x="38" y="58"/>
                      <a:pt x="35" y="56"/>
                    </a:cubicBezTo>
                    <a:cubicBezTo>
                      <a:pt x="33" y="55"/>
                      <a:pt x="30" y="54"/>
                      <a:pt x="28" y="56"/>
                    </a:cubicBezTo>
                    <a:cubicBezTo>
                      <a:pt x="25" y="57"/>
                      <a:pt x="23" y="60"/>
                      <a:pt x="26" y="63"/>
                    </a:cubicBezTo>
                    <a:cubicBezTo>
                      <a:pt x="29" y="66"/>
                      <a:pt x="32" y="65"/>
                      <a:pt x="34" y="65"/>
                    </a:cubicBezTo>
                    <a:cubicBezTo>
                      <a:pt x="35" y="64"/>
                      <a:pt x="39" y="63"/>
                      <a:pt x="38" y="65"/>
                    </a:cubicBezTo>
                    <a:cubicBezTo>
                      <a:pt x="37" y="67"/>
                      <a:pt x="37" y="74"/>
                      <a:pt x="37" y="74"/>
                    </a:cubicBezTo>
                    <a:cubicBezTo>
                      <a:pt x="37" y="74"/>
                      <a:pt x="34" y="78"/>
                      <a:pt x="37" y="80"/>
                    </a:cubicBezTo>
                    <a:cubicBezTo>
                      <a:pt x="40" y="82"/>
                      <a:pt x="45" y="82"/>
                      <a:pt x="45" y="80"/>
                    </a:cubicBezTo>
                    <a:cubicBezTo>
                      <a:pt x="45" y="78"/>
                      <a:pt x="45" y="72"/>
                      <a:pt x="45" y="68"/>
                    </a:cubicBezTo>
                    <a:cubicBezTo>
                      <a:pt x="46" y="65"/>
                      <a:pt x="47" y="59"/>
                      <a:pt x="49" y="57"/>
                    </a:cubicBezTo>
                    <a:cubicBezTo>
                      <a:pt x="52" y="56"/>
                      <a:pt x="54" y="57"/>
                      <a:pt x="58" y="55"/>
                    </a:cubicBezTo>
                    <a:cubicBezTo>
                      <a:pt x="61" y="52"/>
                      <a:pt x="66" y="46"/>
                      <a:pt x="66" y="42"/>
                    </a:cubicBezTo>
                    <a:cubicBezTo>
                      <a:pt x="66" y="39"/>
                      <a:pt x="69" y="20"/>
                      <a:pt x="71" y="17"/>
                    </a:cubicBezTo>
                    <a:cubicBezTo>
                      <a:pt x="73" y="14"/>
                      <a:pt x="78" y="12"/>
                      <a:pt x="73" y="7"/>
                    </a:cubicBezTo>
                    <a:cubicBezTo>
                      <a:pt x="68" y="2"/>
                      <a:pt x="48" y="0"/>
                      <a:pt x="38" y="8"/>
                    </a:cubicBezTo>
                    <a:cubicBezTo>
                      <a:pt x="29" y="15"/>
                      <a:pt x="21" y="26"/>
                      <a:pt x="16" y="40"/>
                    </a:cubicBezTo>
                    <a:cubicBezTo>
                      <a:pt x="11" y="54"/>
                      <a:pt x="10" y="62"/>
                      <a:pt x="12" y="69"/>
                    </a:cubicBezTo>
                    <a:cubicBezTo>
                      <a:pt x="14" y="77"/>
                      <a:pt x="15" y="79"/>
                      <a:pt x="13" y="80"/>
                    </a:cubicBezTo>
                    <a:cubicBezTo>
                      <a:pt x="13" y="80"/>
                      <a:pt x="13" y="80"/>
                      <a:pt x="13" y="80"/>
                    </a:cubicBezTo>
                    <a:close/>
                    <a:moveTo>
                      <a:pt x="44" y="54"/>
                    </a:moveTo>
                    <a:cubicBezTo>
                      <a:pt x="44" y="54"/>
                      <a:pt x="43" y="54"/>
                      <a:pt x="42" y="56"/>
                    </a:cubicBezTo>
                    <a:cubicBezTo>
                      <a:pt x="42" y="57"/>
                      <a:pt x="42" y="44"/>
                      <a:pt x="42" y="39"/>
                    </a:cubicBezTo>
                    <a:cubicBezTo>
                      <a:pt x="42" y="34"/>
                      <a:pt x="38" y="34"/>
                      <a:pt x="35" y="35"/>
                    </a:cubicBezTo>
                    <a:cubicBezTo>
                      <a:pt x="31" y="35"/>
                      <a:pt x="31" y="35"/>
                      <a:pt x="29" y="35"/>
                    </a:cubicBezTo>
                    <a:cubicBezTo>
                      <a:pt x="31" y="31"/>
                      <a:pt x="33" y="28"/>
                      <a:pt x="36" y="23"/>
                    </a:cubicBezTo>
                    <a:cubicBezTo>
                      <a:pt x="40" y="17"/>
                      <a:pt x="46" y="11"/>
                      <a:pt x="54" y="11"/>
                    </a:cubicBezTo>
                    <a:cubicBezTo>
                      <a:pt x="58" y="10"/>
                      <a:pt x="56" y="24"/>
                      <a:pt x="55" y="28"/>
                    </a:cubicBezTo>
                    <a:cubicBezTo>
                      <a:pt x="55" y="31"/>
                      <a:pt x="55" y="43"/>
                      <a:pt x="54" y="45"/>
                    </a:cubicBezTo>
                    <a:cubicBezTo>
                      <a:pt x="54" y="48"/>
                      <a:pt x="52" y="47"/>
                      <a:pt x="48" y="48"/>
                    </a:cubicBezTo>
                    <a:cubicBezTo>
                      <a:pt x="45" y="49"/>
                      <a:pt x="44" y="54"/>
                      <a:pt x="4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23" name="îSļiḋé"/>
              <p:cNvSpPr/>
              <p:nvPr/>
            </p:nvSpPr>
            <p:spPr bwMode="auto">
              <a:xfrm>
                <a:off x="2540001" y="2389188"/>
                <a:ext cx="98425" cy="225425"/>
              </a:xfrm>
              <a:custGeom>
                <a:avLst/>
                <a:gdLst>
                  <a:gd name="T0" fmla="*/ 4 w 30"/>
                  <a:gd name="T1" fmla="*/ 2 h 68"/>
                  <a:gd name="T2" fmla="*/ 2 w 30"/>
                  <a:gd name="T3" fmla="*/ 10 h 68"/>
                  <a:gd name="T4" fmla="*/ 10 w 30"/>
                  <a:gd name="T5" fmla="*/ 22 h 68"/>
                  <a:gd name="T6" fmla="*/ 19 w 30"/>
                  <a:gd name="T7" fmla="*/ 50 h 68"/>
                  <a:gd name="T8" fmla="*/ 20 w 30"/>
                  <a:gd name="T9" fmla="*/ 60 h 68"/>
                  <a:gd name="T10" fmla="*/ 25 w 30"/>
                  <a:gd name="T11" fmla="*/ 67 h 68"/>
                  <a:gd name="T12" fmla="*/ 27 w 30"/>
                  <a:gd name="T13" fmla="*/ 58 h 68"/>
                  <a:gd name="T14" fmla="*/ 19 w 30"/>
                  <a:gd name="T15" fmla="*/ 30 h 68"/>
                  <a:gd name="T16" fmla="*/ 14 w 30"/>
                  <a:gd name="T17" fmla="*/ 15 h 68"/>
                  <a:gd name="T18" fmla="*/ 11 w 30"/>
                  <a:gd name="T19" fmla="*/ 6 h 68"/>
                  <a:gd name="T20" fmla="*/ 4 w 30"/>
                  <a:gd name="T21"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8">
                    <a:moveTo>
                      <a:pt x="4" y="2"/>
                    </a:moveTo>
                    <a:cubicBezTo>
                      <a:pt x="1" y="3"/>
                      <a:pt x="0" y="5"/>
                      <a:pt x="2" y="10"/>
                    </a:cubicBezTo>
                    <a:cubicBezTo>
                      <a:pt x="5" y="14"/>
                      <a:pt x="8" y="13"/>
                      <a:pt x="10" y="22"/>
                    </a:cubicBezTo>
                    <a:cubicBezTo>
                      <a:pt x="13" y="30"/>
                      <a:pt x="18" y="47"/>
                      <a:pt x="19" y="50"/>
                    </a:cubicBezTo>
                    <a:cubicBezTo>
                      <a:pt x="20" y="53"/>
                      <a:pt x="20" y="58"/>
                      <a:pt x="20" y="60"/>
                    </a:cubicBezTo>
                    <a:cubicBezTo>
                      <a:pt x="20" y="62"/>
                      <a:pt x="21" y="68"/>
                      <a:pt x="25" y="67"/>
                    </a:cubicBezTo>
                    <a:cubicBezTo>
                      <a:pt x="30" y="66"/>
                      <a:pt x="28" y="61"/>
                      <a:pt x="27" y="58"/>
                    </a:cubicBezTo>
                    <a:cubicBezTo>
                      <a:pt x="27" y="55"/>
                      <a:pt x="21" y="33"/>
                      <a:pt x="19" y="30"/>
                    </a:cubicBezTo>
                    <a:cubicBezTo>
                      <a:pt x="18" y="27"/>
                      <a:pt x="15" y="18"/>
                      <a:pt x="14" y="15"/>
                    </a:cubicBezTo>
                    <a:cubicBezTo>
                      <a:pt x="14" y="12"/>
                      <a:pt x="14" y="9"/>
                      <a:pt x="11" y="6"/>
                    </a:cubicBezTo>
                    <a:cubicBezTo>
                      <a:pt x="9" y="4"/>
                      <a:pt x="7"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24" name="îŝļîḍé"/>
              <p:cNvSpPr/>
              <p:nvPr/>
            </p:nvSpPr>
            <p:spPr bwMode="auto">
              <a:xfrm>
                <a:off x="2608263" y="2376488"/>
                <a:ext cx="69850" cy="128588"/>
              </a:xfrm>
              <a:custGeom>
                <a:avLst/>
                <a:gdLst>
                  <a:gd name="T0" fmla="*/ 4 w 21"/>
                  <a:gd name="T1" fmla="*/ 1 h 39"/>
                  <a:gd name="T2" fmla="*/ 0 w 21"/>
                  <a:gd name="T3" fmla="*/ 5 h 39"/>
                  <a:gd name="T4" fmla="*/ 4 w 21"/>
                  <a:gd name="T5" fmla="*/ 13 h 39"/>
                  <a:gd name="T6" fmla="*/ 9 w 21"/>
                  <a:gd name="T7" fmla="*/ 19 h 39"/>
                  <a:gd name="T8" fmla="*/ 17 w 21"/>
                  <a:gd name="T9" fmla="*/ 38 h 39"/>
                  <a:gd name="T10" fmla="*/ 21 w 21"/>
                  <a:gd name="T11" fmla="*/ 32 h 39"/>
                  <a:gd name="T12" fmla="*/ 19 w 21"/>
                  <a:gd name="T13" fmla="*/ 21 h 39"/>
                  <a:gd name="T14" fmla="*/ 16 w 21"/>
                  <a:gd name="T15" fmla="*/ 14 h 39"/>
                  <a:gd name="T16" fmla="*/ 11 w 21"/>
                  <a:gd name="T17" fmla="*/ 3 h 39"/>
                  <a:gd name="T18" fmla="*/ 4 w 21"/>
                  <a:gd name="T1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9">
                    <a:moveTo>
                      <a:pt x="4" y="1"/>
                    </a:moveTo>
                    <a:cubicBezTo>
                      <a:pt x="2" y="2"/>
                      <a:pt x="0" y="2"/>
                      <a:pt x="0" y="5"/>
                    </a:cubicBezTo>
                    <a:cubicBezTo>
                      <a:pt x="0" y="8"/>
                      <a:pt x="3" y="11"/>
                      <a:pt x="4" y="13"/>
                    </a:cubicBezTo>
                    <a:cubicBezTo>
                      <a:pt x="6" y="15"/>
                      <a:pt x="8" y="17"/>
                      <a:pt x="9" y="19"/>
                    </a:cubicBezTo>
                    <a:cubicBezTo>
                      <a:pt x="9" y="22"/>
                      <a:pt x="15" y="37"/>
                      <a:pt x="17" y="38"/>
                    </a:cubicBezTo>
                    <a:cubicBezTo>
                      <a:pt x="19" y="39"/>
                      <a:pt x="21" y="36"/>
                      <a:pt x="21" y="32"/>
                    </a:cubicBezTo>
                    <a:cubicBezTo>
                      <a:pt x="21" y="28"/>
                      <a:pt x="20" y="23"/>
                      <a:pt x="19" y="21"/>
                    </a:cubicBezTo>
                    <a:cubicBezTo>
                      <a:pt x="17" y="20"/>
                      <a:pt x="16" y="17"/>
                      <a:pt x="16" y="14"/>
                    </a:cubicBezTo>
                    <a:cubicBezTo>
                      <a:pt x="16" y="10"/>
                      <a:pt x="13" y="6"/>
                      <a:pt x="11" y="3"/>
                    </a:cubicBezTo>
                    <a:cubicBezTo>
                      <a:pt x="8" y="0"/>
                      <a:pt x="5"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25" name="ïṩḻiďé"/>
              <p:cNvSpPr/>
              <p:nvPr/>
            </p:nvSpPr>
            <p:spPr bwMode="auto">
              <a:xfrm>
                <a:off x="2644776" y="2263775"/>
                <a:ext cx="155575" cy="300038"/>
              </a:xfrm>
              <a:custGeom>
                <a:avLst/>
                <a:gdLst>
                  <a:gd name="T0" fmla="*/ 7 w 47"/>
                  <a:gd name="T1" fmla="*/ 0 h 91"/>
                  <a:gd name="T2" fmla="*/ 1 w 47"/>
                  <a:gd name="T3" fmla="*/ 3 h 91"/>
                  <a:gd name="T4" fmla="*/ 4 w 47"/>
                  <a:gd name="T5" fmla="*/ 10 h 91"/>
                  <a:gd name="T6" fmla="*/ 8 w 47"/>
                  <a:gd name="T7" fmla="*/ 18 h 91"/>
                  <a:gd name="T8" fmla="*/ 20 w 47"/>
                  <a:gd name="T9" fmla="*/ 45 h 91"/>
                  <a:gd name="T10" fmla="*/ 29 w 47"/>
                  <a:gd name="T11" fmla="*/ 67 h 91"/>
                  <a:gd name="T12" fmla="*/ 41 w 47"/>
                  <a:gd name="T13" fmla="*/ 89 h 91"/>
                  <a:gd name="T14" fmla="*/ 44 w 47"/>
                  <a:gd name="T15" fmla="*/ 81 h 91"/>
                  <a:gd name="T16" fmla="*/ 38 w 47"/>
                  <a:gd name="T17" fmla="*/ 73 h 91"/>
                  <a:gd name="T18" fmla="*/ 20 w 47"/>
                  <a:gd name="T19" fmla="*/ 32 h 91"/>
                  <a:gd name="T20" fmla="*/ 16 w 47"/>
                  <a:gd name="T21" fmla="*/ 16 h 91"/>
                  <a:gd name="T22" fmla="*/ 16 w 47"/>
                  <a:gd name="T23" fmla="*/ 5 h 91"/>
                  <a:gd name="T24" fmla="*/ 7 w 47"/>
                  <a:gd name="T2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91">
                    <a:moveTo>
                      <a:pt x="7" y="0"/>
                    </a:moveTo>
                    <a:cubicBezTo>
                      <a:pt x="5" y="0"/>
                      <a:pt x="2" y="1"/>
                      <a:pt x="1" y="3"/>
                    </a:cubicBezTo>
                    <a:cubicBezTo>
                      <a:pt x="0" y="5"/>
                      <a:pt x="1" y="8"/>
                      <a:pt x="4" y="10"/>
                    </a:cubicBezTo>
                    <a:cubicBezTo>
                      <a:pt x="6" y="13"/>
                      <a:pt x="8" y="16"/>
                      <a:pt x="8" y="18"/>
                    </a:cubicBezTo>
                    <a:cubicBezTo>
                      <a:pt x="9" y="20"/>
                      <a:pt x="18" y="40"/>
                      <a:pt x="20" y="45"/>
                    </a:cubicBezTo>
                    <a:cubicBezTo>
                      <a:pt x="22" y="50"/>
                      <a:pt x="26" y="61"/>
                      <a:pt x="29" y="67"/>
                    </a:cubicBezTo>
                    <a:cubicBezTo>
                      <a:pt x="32" y="74"/>
                      <a:pt x="37" y="86"/>
                      <a:pt x="41" y="89"/>
                    </a:cubicBezTo>
                    <a:cubicBezTo>
                      <a:pt x="45" y="91"/>
                      <a:pt x="47" y="84"/>
                      <a:pt x="44" y="81"/>
                    </a:cubicBezTo>
                    <a:cubicBezTo>
                      <a:pt x="42" y="78"/>
                      <a:pt x="42" y="79"/>
                      <a:pt x="38" y="73"/>
                    </a:cubicBezTo>
                    <a:cubicBezTo>
                      <a:pt x="35" y="67"/>
                      <a:pt x="21" y="34"/>
                      <a:pt x="20" y="32"/>
                    </a:cubicBezTo>
                    <a:cubicBezTo>
                      <a:pt x="19" y="29"/>
                      <a:pt x="16" y="19"/>
                      <a:pt x="16" y="16"/>
                    </a:cubicBezTo>
                    <a:cubicBezTo>
                      <a:pt x="16" y="12"/>
                      <a:pt x="18" y="8"/>
                      <a:pt x="16" y="5"/>
                    </a:cubicBezTo>
                    <a:cubicBezTo>
                      <a:pt x="15" y="2"/>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26" name="ïṣ1ïḓè"/>
              <p:cNvSpPr/>
              <p:nvPr/>
            </p:nvSpPr>
            <p:spPr bwMode="auto">
              <a:xfrm>
                <a:off x="3508376" y="2495550"/>
                <a:ext cx="69850" cy="111125"/>
              </a:xfrm>
              <a:custGeom>
                <a:avLst/>
                <a:gdLst>
                  <a:gd name="T0" fmla="*/ 0 w 21"/>
                  <a:gd name="T1" fmla="*/ 11 h 34"/>
                  <a:gd name="T2" fmla="*/ 12 w 21"/>
                  <a:gd name="T3" fmla="*/ 33 h 34"/>
                  <a:gd name="T4" fmla="*/ 19 w 21"/>
                  <a:gd name="T5" fmla="*/ 21 h 34"/>
                  <a:gd name="T6" fmla="*/ 6 w 21"/>
                  <a:gd name="T7" fmla="*/ 5 h 34"/>
                  <a:gd name="T8" fmla="*/ 0 w 21"/>
                  <a:gd name="T9" fmla="*/ 11 h 34"/>
                </a:gdLst>
                <a:ahLst/>
                <a:cxnLst>
                  <a:cxn ang="0">
                    <a:pos x="T0" y="T1"/>
                  </a:cxn>
                  <a:cxn ang="0">
                    <a:pos x="T2" y="T3"/>
                  </a:cxn>
                  <a:cxn ang="0">
                    <a:pos x="T4" y="T5"/>
                  </a:cxn>
                  <a:cxn ang="0">
                    <a:pos x="T6" y="T7"/>
                  </a:cxn>
                  <a:cxn ang="0">
                    <a:pos x="T8" y="T9"/>
                  </a:cxn>
                </a:cxnLst>
                <a:rect l="0" t="0" r="r" b="b"/>
                <a:pathLst>
                  <a:path w="21" h="34">
                    <a:moveTo>
                      <a:pt x="0" y="11"/>
                    </a:moveTo>
                    <a:cubicBezTo>
                      <a:pt x="1" y="16"/>
                      <a:pt x="3" y="32"/>
                      <a:pt x="12" y="33"/>
                    </a:cubicBezTo>
                    <a:cubicBezTo>
                      <a:pt x="20" y="34"/>
                      <a:pt x="21" y="24"/>
                      <a:pt x="19" y="21"/>
                    </a:cubicBezTo>
                    <a:cubicBezTo>
                      <a:pt x="17" y="17"/>
                      <a:pt x="6" y="5"/>
                      <a:pt x="6" y="5"/>
                    </a:cubicBezTo>
                    <a:cubicBezTo>
                      <a:pt x="1" y="0"/>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27" name="îsḻíḓê"/>
              <p:cNvSpPr/>
              <p:nvPr/>
            </p:nvSpPr>
            <p:spPr bwMode="auto">
              <a:xfrm>
                <a:off x="3967163" y="2887663"/>
                <a:ext cx="274638" cy="192088"/>
              </a:xfrm>
              <a:custGeom>
                <a:avLst/>
                <a:gdLst>
                  <a:gd name="T0" fmla="*/ 50 w 83"/>
                  <a:gd name="T1" fmla="*/ 1 h 58"/>
                  <a:gd name="T2" fmla="*/ 47 w 83"/>
                  <a:gd name="T3" fmla="*/ 4 h 58"/>
                  <a:gd name="T4" fmla="*/ 44 w 83"/>
                  <a:gd name="T5" fmla="*/ 8 h 58"/>
                  <a:gd name="T6" fmla="*/ 35 w 83"/>
                  <a:gd name="T7" fmla="*/ 10 h 58"/>
                  <a:gd name="T8" fmla="*/ 29 w 83"/>
                  <a:gd name="T9" fmla="*/ 12 h 58"/>
                  <a:gd name="T10" fmla="*/ 25 w 83"/>
                  <a:gd name="T11" fmla="*/ 16 h 58"/>
                  <a:gd name="T12" fmla="*/ 27 w 83"/>
                  <a:gd name="T13" fmla="*/ 18 h 58"/>
                  <a:gd name="T14" fmla="*/ 29 w 83"/>
                  <a:gd name="T15" fmla="*/ 20 h 58"/>
                  <a:gd name="T16" fmla="*/ 28 w 83"/>
                  <a:gd name="T17" fmla="*/ 23 h 58"/>
                  <a:gd name="T18" fmla="*/ 25 w 83"/>
                  <a:gd name="T19" fmla="*/ 21 h 58"/>
                  <a:gd name="T20" fmla="*/ 12 w 83"/>
                  <a:gd name="T21" fmla="*/ 8 h 58"/>
                  <a:gd name="T22" fmla="*/ 8 w 83"/>
                  <a:gd name="T23" fmla="*/ 3 h 58"/>
                  <a:gd name="T24" fmla="*/ 5 w 83"/>
                  <a:gd name="T25" fmla="*/ 0 h 58"/>
                  <a:gd name="T26" fmla="*/ 0 w 83"/>
                  <a:gd name="T27" fmla="*/ 3 h 58"/>
                  <a:gd name="T28" fmla="*/ 2 w 83"/>
                  <a:gd name="T29" fmla="*/ 10 h 58"/>
                  <a:gd name="T30" fmla="*/ 13 w 83"/>
                  <a:gd name="T31" fmla="*/ 17 h 58"/>
                  <a:gd name="T32" fmla="*/ 25 w 83"/>
                  <a:gd name="T33" fmla="*/ 27 h 58"/>
                  <a:gd name="T34" fmla="*/ 37 w 83"/>
                  <a:gd name="T35" fmla="*/ 42 h 58"/>
                  <a:gd name="T36" fmla="*/ 35 w 83"/>
                  <a:gd name="T37" fmla="*/ 47 h 58"/>
                  <a:gd name="T38" fmla="*/ 30 w 83"/>
                  <a:gd name="T39" fmla="*/ 44 h 58"/>
                  <a:gd name="T40" fmla="*/ 28 w 83"/>
                  <a:gd name="T41" fmla="*/ 44 h 58"/>
                  <a:gd name="T42" fmla="*/ 31 w 83"/>
                  <a:gd name="T43" fmla="*/ 49 h 58"/>
                  <a:gd name="T44" fmla="*/ 36 w 83"/>
                  <a:gd name="T45" fmla="*/ 58 h 58"/>
                  <a:gd name="T46" fmla="*/ 43 w 83"/>
                  <a:gd name="T47" fmla="*/ 48 h 58"/>
                  <a:gd name="T48" fmla="*/ 38 w 83"/>
                  <a:gd name="T49" fmla="*/ 37 h 58"/>
                  <a:gd name="T50" fmla="*/ 40 w 83"/>
                  <a:gd name="T51" fmla="*/ 35 h 58"/>
                  <a:gd name="T52" fmla="*/ 49 w 83"/>
                  <a:gd name="T53" fmla="*/ 38 h 58"/>
                  <a:gd name="T54" fmla="*/ 55 w 83"/>
                  <a:gd name="T55" fmla="*/ 38 h 58"/>
                  <a:gd name="T56" fmla="*/ 59 w 83"/>
                  <a:gd name="T57" fmla="*/ 32 h 58"/>
                  <a:gd name="T58" fmla="*/ 64 w 83"/>
                  <a:gd name="T59" fmla="*/ 33 h 58"/>
                  <a:gd name="T60" fmla="*/ 71 w 83"/>
                  <a:gd name="T61" fmla="*/ 36 h 58"/>
                  <a:gd name="T62" fmla="*/ 72 w 83"/>
                  <a:gd name="T63" fmla="*/ 30 h 58"/>
                  <a:gd name="T64" fmla="*/ 76 w 83"/>
                  <a:gd name="T65" fmla="*/ 29 h 58"/>
                  <a:gd name="T66" fmla="*/ 79 w 83"/>
                  <a:gd name="T67" fmla="*/ 31 h 58"/>
                  <a:gd name="T68" fmla="*/ 82 w 83"/>
                  <a:gd name="T69" fmla="*/ 27 h 58"/>
                  <a:gd name="T70" fmla="*/ 81 w 83"/>
                  <a:gd name="T71" fmla="*/ 22 h 58"/>
                  <a:gd name="T72" fmla="*/ 75 w 83"/>
                  <a:gd name="T73" fmla="*/ 24 h 58"/>
                  <a:gd name="T74" fmla="*/ 71 w 83"/>
                  <a:gd name="T75" fmla="*/ 26 h 58"/>
                  <a:gd name="T76" fmla="*/ 69 w 83"/>
                  <a:gd name="T77" fmla="*/ 27 h 58"/>
                  <a:gd name="T78" fmla="*/ 65 w 83"/>
                  <a:gd name="T79" fmla="*/ 26 h 58"/>
                  <a:gd name="T80" fmla="*/ 61 w 83"/>
                  <a:gd name="T81" fmla="*/ 23 h 58"/>
                  <a:gd name="T82" fmla="*/ 56 w 83"/>
                  <a:gd name="T83" fmla="*/ 25 h 58"/>
                  <a:gd name="T84" fmla="*/ 54 w 83"/>
                  <a:gd name="T85" fmla="*/ 28 h 58"/>
                  <a:gd name="T86" fmla="*/ 42 w 83"/>
                  <a:gd name="T87" fmla="*/ 28 h 58"/>
                  <a:gd name="T88" fmla="*/ 41 w 83"/>
                  <a:gd name="T89" fmla="*/ 31 h 58"/>
                  <a:gd name="T90" fmla="*/ 36 w 83"/>
                  <a:gd name="T91" fmla="*/ 32 h 58"/>
                  <a:gd name="T92" fmla="*/ 32 w 83"/>
                  <a:gd name="T93" fmla="*/ 28 h 58"/>
                  <a:gd name="T94" fmla="*/ 34 w 83"/>
                  <a:gd name="T95" fmla="*/ 25 h 58"/>
                  <a:gd name="T96" fmla="*/ 43 w 83"/>
                  <a:gd name="T97" fmla="*/ 24 h 58"/>
                  <a:gd name="T98" fmla="*/ 46 w 83"/>
                  <a:gd name="T99" fmla="*/ 23 h 58"/>
                  <a:gd name="T100" fmla="*/ 47 w 83"/>
                  <a:gd name="T101" fmla="*/ 20 h 58"/>
                  <a:gd name="T102" fmla="*/ 47 w 83"/>
                  <a:gd name="T103" fmla="*/ 18 h 58"/>
                  <a:gd name="T104" fmla="*/ 63 w 83"/>
                  <a:gd name="T105" fmla="*/ 17 h 58"/>
                  <a:gd name="T106" fmla="*/ 68 w 83"/>
                  <a:gd name="T107" fmla="*/ 13 h 58"/>
                  <a:gd name="T108" fmla="*/ 63 w 83"/>
                  <a:gd name="T109" fmla="*/ 8 h 58"/>
                  <a:gd name="T110" fmla="*/ 58 w 83"/>
                  <a:gd name="T111" fmla="*/ 13 h 58"/>
                  <a:gd name="T112" fmla="*/ 49 w 83"/>
                  <a:gd name="T113" fmla="*/ 16 h 58"/>
                  <a:gd name="T114" fmla="*/ 42 w 83"/>
                  <a:gd name="T115" fmla="*/ 17 h 58"/>
                  <a:gd name="T116" fmla="*/ 40 w 83"/>
                  <a:gd name="T117" fmla="*/ 13 h 58"/>
                  <a:gd name="T118" fmla="*/ 51 w 83"/>
                  <a:gd name="T119" fmla="*/ 10 h 58"/>
                  <a:gd name="T120" fmla="*/ 54 w 83"/>
                  <a:gd name="T121" fmla="*/ 2 h 58"/>
                  <a:gd name="T122" fmla="*/ 50 w 83"/>
                  <a:gd name="T123" fmla="*/ 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 h="58">
                    <a:moveTo>
                      <a:pt x="50" y="1"/>
                    </a:moveTo>
                    <a:cubicBezTo>
                      <a:pt x="50" y="1"/>
                      <a:pt x="48" y="3"/>
                      <a:pt x="47" y="4"/>
                    </a:cubicBezTo>
                    <a:cubicBezTo>
                      <a:pt x="47" y="5"/>
                      <a:pt x="45" y="8"/>
                      <a:pt x="44" y="8"/>
                    </a:cubicBezTo>
                    <a:cubicBezTo>
                      <a:pt x="43" y="8"/>
                      <a:pt x="37" y="10"/>
                      <a:pt x="35" y="10"/>
                    </a:cubicBezTo>
                    <a:cubicBezTo>
                      <a:pt x="34" y="10"/>
                      <a:pt x="29" y="11"/>
                      <a:pt x="29" y="12"/>
                    </a:cubicBezTo>
                    <a:cubicBezTo>
                      <a:pt x="28" y="14"/>
                      <a:pt x="25" y="16"/>
                      <a:pt x="25" y="16"/>
                    </a:cubicBezTo>
                    <a:cubicBezTo>
                      <a:pt x="25" y="16"/>
                      <a:pt x="25" y="18"/>
                      <a:pt x="27" y="18"/>
                    </a:cubicBezTo>
                    <a:cubicBezTo>
                      <a:pt x="29" y="18"/>
                      <a:pt x="29" y="20"/>
                      <a:pt x="29" y="20"/>
                    </a:cubicBezTo>
                    <a:cubicBezTo>
                      <a:pt x="29" y="20"/>
                      <a:pt x="29" y="24"/>
                      <a:pt x="28" y="23"/>
                    </a:cubicBezTo>
                    <a:cubicBezTo>
                      <a:pt x="27" y="22"/>
                      <a:pt x="27" y="23"/>
                      <a:pt x="25" y="21"/>
                    </a:cubicBezTo>
                    <a:cubicBezTo>
                      <a:pt x="24" y="20"/>
                      <a:pt x="12" y="8"/>
                      <a:pt x="12" y="8"/>
                    </a:cubicBezTo>
                    <a:cubicBezTo>
                      <a:pt x="12" y="8"/>
                      <a:pt x="9" y="4"/>
                      <a:pt x="8" y="3"/>
                    </a:cubicBezTo>
                    <a:cubicBezTo>
                      <a:pt x="8" y="2"/>
                      <a:pt x="7" y="0"/>
                      <a:pt x="5" y="0"/>
                    </a:cubicBezTo>
                    <a:cubicBezTo>
                      <a:pt x="3" y="0"/>
                      <a:pt x="1" y="1"/>
                      <a:pt x="0" y="3"/>
                    </a:cubicBezTo>
                    <a:cubicBezTo>
                      <a:pt x="0" y="4"/>
                      <a:pt x="0" y="7"/>
                      <a:pt x="2" y="10"/>
                    </a:cubicBezTo>
                    <a:cubicBezTo>
                      <a:pt x="5" y="13"/>
                      <a:pt x="10" y="15"/>
                      <a:pt x="13" y="17"/>
                    </a:cubicBezTo>
                    <a:cubicBezTo>
                      <a:pt x="18" y="20"/>
                      <a:pt x="22" y="24"/>
                      <a:pt x="25" y="27"/>
                    </a:cubicBezTo>
                    <a:cubicBezTo>
                      <a:pt x="28" y="31"/>
                      <a:pt x="35" y="38"/>
                      <a:pt x="37" y="42"/>
                    </a:cubicBezTo>
                    <a:cubicBezTo>
                      <a:pt x="38" y="46"/>
                      <a:pt x="37" y="47"/>
                      <a:pt x="35" y="47"/>
                    </a:cubicBezTo>
                    <a:cubicBezTo>
                      <a:pt x="34" y="47"/>
                      <a:pt x="31" y="45"/>
                      <a:pt x="30" y="44"/>
                    </a:cubicBezTo>
                    <a:cubicBezTo>
                      <a:pt x="29" y="43"/>
                      <a:pt x="28" y="44"/>
                      <a:pt x="28" y="44"/>
                    </a:cubicBezTo>
                    <a:cubicBezTo>
                      <a:pt x="28" y="44"/>
                      <a:pt x="28" y="45"/>
                      <a:pt x="31" y="49"/>
                    </a:cubicBezTo>
                    <a:cubicBezTo>
                      <a:pt x="33" y="52"/>
                      <a:pt x="34" y="57"/>
                      <a:pt x="36" y="58"/>
                    </a:cubicBezTo>
                    <a:cubicBezTo>
                      <a:pt x="37" y="58"/>
                      <a:pt x="45" y="53"/>
                      <a:pt x="43" y="48"/>
                    </a:cubicBezTo>
                    <a:cubicBezTo>
                      <a:pt x="42" y="43"/>
                      <a:pt x="39" y="38"/>
                      <a:pt x="38" y="37"/>
                    </a:cubicBezTo>
                    <a:cubicBezTo>
                      <a:pt x="37" y="36"/>
                      <a:pt x="38" y="34"/>
                      <a:pt x="40" y="35"/>
                    </a:cubicBezTo>
                    <a:cubicBezTo>
                      <a:pt x="42" y="36"/>
                      <a:pt x="45" y="38"/>
                      <a:pt x="49" y="38"/>
                    </a:cubicBezTo>
                    <a:cubicBezTo>
                      <a:pt x="53" y="38"/>
                      <a:pt x="54" y="39"/>
                      <a:pt x="55" y="38"/>
                    </a:cubicBezTo>
                    <a:cubicBezTo>
                      <a:pt x="57" y="36"/>
                      <a:pt x="59" y="33"/>
                      <a:pt x="59" y="32"/>
                    </a:cubicBezTo>
                    <a:cubicBezTo>
                      <a:pt x="60" y="31"/>
                      <a:pt x="62" y="31"/>
                      <a:pt x="64" y="33"/>
                    </a:cubicBezTo>
                    <a:cubicBezTo>
                      <a:pt x="66" y="36"/>
                      <a:pt x="69" y="38"/>
                      <a:pt x="71" y="36"/>
                    </a:cubicBezTo>
                    <a:cubicBezTo>
                      <a:pt x="72" y="33"/>
                      <a:pt x="70" y="30"/>
                      <a:pt x="72" y="30"/>
                    </a:cubicBezTo>
                    <a:cubicBezTo>
                      <a:pt x="74" y="29"/>
                      <a:pt x="75" y="27"/>
                      <a:pt x="76" y="29"/>
                    </a:cubicBezTo>
                    <a:cubicBezTo>
                      <a:pt x="77" y="30"/>
                      <a:pt x="78" y="32"/>
                      <a:pt x="79" y="31"/>
                    </a:cubicBezTo>
                    <a:cubicBezTo>
                      <a:pt x="79" y="30"/>
                      <a:pt x="81" y="29"/>
                      <a:pt x="82" y="27"/>
                    </a:cubicBezTo>
                    <a:cubicBezTo>
                      <a:pt x="83" y="25"/>
                      <a:pt x="82" y="22"/>
                      <a:pt x="81" y="22"/>
                    </a:cubicBezTo>
                    <a:cubicBezTo>
                      <a:pt x="79" y="23"/>
                      <a:pt x="76" y="23"/>
                      <a:pt x="75" y="24"/>
                    </a:cubicBezTo>
                    <a:cubicBezTo>
                      <a:pt x="74" y="24"/>
                      <a:pt x="72" y="24"/>
                      <a:pt x="71" y="26"/>
                    </a:cubicBezTo>
                    <a:cubicBezTo>
                      <a:pt x="70" y="27"/>
                      <a:pt x="70" y="27"/>
                      <a:pt x="69" y="27"/>
                    </a:cubicBezTo>
                    <a:cubicBezTo>
                      <a:pt x="68" y="27"/>
                      <a:pt x="66" y="28"/>
                      <a:pt x="65" y="26"/>
                    </a:cubicBezTo>
                    <a:cubicBezTo>
                      <a:pt x="63" y="25"/>
                      <a:pt x="63" y="23"/>
                      <a:pt x="61" y="23"/>
                    </a:cubicBezTo>
                    <a:cubicBezTo>
                      <a:pt x="60" y="23"/>
                      <a:pt x="56" y="24"/>
                      <a:pt x="56" y="25"/>
                    </a:cubicBezTo>
                    <a:cubicBezTo>
                      <a:pt x="55" y="26"/>
                      <a:pt x="57" y="28"/>
                      <a:pt x="54" y="28"/>
                    </a:cubicBezTo>
                    <a:cubicBezTo>
                      <a:pt x="51" y="28"/>
                      <a:pt x="43" y="27"/>
                      <a:pt x="42" y="28"/>
                    </a:cubicBezTo>
                    <a:cubicBezTo>
                      <a:pt x="41" y="28"/>
                      <a:pt x="42" y="30"/>
                      <a:pt x="41" y="31"/>
                    </a:cubicBezTo>
                    <a:cubicBezTo>
                      <a:pt x="39" y="31"/>
                      <a:pt x="37" y="33"/>
                      <a:pt x="36" y="32"/>
                    </a:cubicBezTo>
                    <a:cubicBezTo>
                      <a:pt x="35" y="31"/>
                      <a:pt x="32" y="28"/>
                      <a:pt x="32" y="28"/>
                    </a:cubicBezTo>
                    <a:cubicBezTo>
                      <a:pt x="32" y="28"/>
                      <a:pt x="30" y="25"/>
                      <a:pt x="34" y="25"/>
                    </a:cubicBezTo>
                    <a:cubicBezTo>
                      <a:pt x="37" y="25"/>
                      <a:pt x="42" y="24"/>
                      <a:pt x="43" y="24"/>
                    </a:cubicBezTo>
                    <a:cubicBezTo>
                      <a:pt x="44" y="24"/>
                      <a:pt x="46" y="24"/>
                      <a:pt x="46" y="23"/>
                    </a:cubicBezTo>
                    <a:cubicBezTo>
                      <a:pt x="45" y="21"/>
                      <a:pt x="48" y="22"/>
                      <a:pt x="47" y="20"/>
                    </a:cubicBezTo>
                    <a:cubicBezTo>
                      <a:pt x="46" y="19"/>
                      <a:pt x="45" y="18"/>
                      <a:pt x="47" y="18"/>
                    </a:cubicBezTo>
                    <a:cubicBezTo>
                      <a:pt x="50" y="17"/>
                      <a:pt x="58" y="18"/>
                      <a:pt x="63" y="17"/>
                    </a:cubicBezTo>
                    <a:cubicBezTo>
                      <a:pt x="67" y="16"/>
                      <a:pt x="67" y="14"/>
                      <a:pt x="68" y="13"/>
                    </a:cubicBezTo>
                    <a:cubicBezTo>
                      <a:pt x="68" y="11"/>
                      <a:pt x="65" y="8"/>
                      <a:pt x="63" y="8"/>
                    </a:cubicBezTo>
                    <a:cubicBezTo>
                      <a:pt x="62" y="9"/>
                      <a:pt x="60" y="12"/>
                      <a:pt x="58" y="13"/>
                    </a:cubicBezTo>
                    <a:cubicBezTo>
                      <a:pt x="56" y="13"/>
                      <a:pt x="49" y="15"/>
                      <a:pt x="49" y="16"/>
                    </a:cubicBezTo>
                    <a:cubicBezTo>
                      <a:pt x="48" y="16"/>
                      <a:pt x="43" y="17"/>
                      <a:pt x="42" y="17"/>
                    </a:cubicBezTo>
                    <a:cubicBezTo>
                      <a:pt x="41" y="17"/>
                      <a:pt x="36" y="13"/>
                      <a:pt x="40" y="13"/>
                    </a:cubicBezTo>
                    <a:cubicBezTo>
                      <a:pt x="44" y="12"/>
                      <a:pt x="49" y="11"/>
                      <a:pt x="51" y="10"/>
                    </a:cubicBezTo>
                    <a:cubicBezTo>
                      <a:pt x="53" y="8"/>
                      <a:pt x="55" y="3"/>
                      <a:pt x="54" y="2"/>
                    </a:cubicBezTo>
                    <a:cubicBezTo>
                      <a:pt x="54" y="1"/>
                      <a:pt x="51" y="0"/>
                      <a:pt x="5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28" name="ïşḷîďè"/>
              <p:cNvSpPr/>
              <p:nvPr/>
            </p:nvSpPr>
            <p:spPr bwMode="auto">
              <a:xfrm>
                <a:off x="3890963" y="2951163"/>
                <a:ext cx="161925" cy="125413"/>
              </a:xfrm>
              <a:custGeom>
                <a:avLst/>
                <a:gdLst>
                  <a:gd name="T0" fmla="*/ 36 w 49"/>
                  <a:gd name="T1" fmla="*/ 5 h 38"/>
                  <a:gd name="T2" fmla="*/ 33 w 49"/>
                  <a:gd name="T3" fmla="*/ 9 h 38"/>
                  <a:gd name="T4" fmla="*/ 37 w 49"/>
                  <a:gd name="T5" fmla="*/ 14 h 38"/>
                  <a:gd name="T6" fmla="*/ 30 w 49"/>
                  <a:gd name="T7" fmla="*/ 18 h 38"/>
                  <a:gd name="T8" fmla="*/ 22 w 49"/>
                  <a:gd name="T9" fmla="*/ 9 h 38"/>
                  <a:gd name="T10" fmla="*/ 16 w 49"/>
                  <a:gd name="T11" fmla="*/ 2 h 38"/>
                  <a:gd name="T12" fmla="*/ 13 w 49"/>
                  <a:gd name="T13" fmla="*/ 10 h 38"/>
                  <a:gd name="T14" fmla="*/ 20 w 49"/>
                  <a:gd name="T15" fmla="*/ 16 h 38"/>
                  <a:gd name="T16" fmla="*/ 25 w 49"/>
                  <a:gd name="T17" fmla="*/ 22 h 38"/>
                  <a:gd name="T18" fmla="*/ 21 w 49"/>
                  <a:gd name="T19" fmla="*/ 26 h 38"/>
                  <a:gd name="T20" fmla="*/ 10 w 49"/>
                  <a:gd name="T21" fmla="*/ 26 h 38"/>
                  <a:gd name="T22" fmla="*/ 8 w 49"/>
                  <a:gd name="T23" fmla="*/ 19 h 38"/>
                  <a:gd name="T24" fmla="*/ 6 w 49"/>
                  <a:gd name="T25" fmla="*/ 13 h 38"/>
                  <a:gd name="T26" fmla="*/ 3 w 49"/>
                  <a:gd name="T27" fmla="*/ 18 h 38"/>
                  <a:gd name="T28" fmla="*/ 2 w 49"/>
                  <a:gd name="T29" fmla="*/ 26 h 38"/>
                  <a:gd name="T30" fmla="*/ 14 w 49"/>
                  <a:gd name="T31" fmla="*/ 30 h 38"/>
                  <a:gd name="T32" fmla="*/ 23 w 49"/>
                  <a:gd name="T33" fmla="*/ 29 h 38"/>
                  <a:gd name="T34" fmla="*/ 28 w 49"/>
                  <a:gd name="T35" fmla="*/ 29 h 38"/>
                  <a:gd name="T36" fmla="*/ 32 w 49"/>
                  <a:gd name="T37" fmla="*/ 37 h 38"/>
                  <a:gd name="T38" fmla="*/ 38 w 49"/>
                  <a:gd name="T39" fmla="*/ 33 h 38"/>
                  <a:gd name="T40" fmla="*/ 34 w 49"/>
                  <a:gd name="T41" fmla="*/ 24 h 38"/>
                  <a:gd name="T42" fmla="*/ 35 w 49"/>
                  <a:gd name="T43" fmla="*/ 20 h 38"/>
                  <a:gd name="T44" fmla="*/ 42 w 49"/>
                  <a:gd name="T45" fmla="*/ 22 h 38"/>
                  <a:gd name="T46" fmla="*/ 48 w 49"/>
                  <a:gd name="T47" fmla="*/ 18 h 38"/>
                  <a:gd name="T48" fmla="*/ 41 w 49"/>
                  <a:gd name="T49" fmla="*/ 8 h 38"/>
                  <a:gd name="T50" fmla="*/ 36 w 49"/>
                  <a:gd name="T5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8">
                    <a:moveTo>
                      <a:pt x="36" y="5"/>
                    </a:moveTo>
                    <a:cubicBezTo>
                      <a:pt x="34" y="6"/>
                      <a:pt x="32" y="8"/>
                      <a:pt x="33" y="9"/>
                    </a:cubicBezTo>
                    <a:cubicBezTo>
                      <a:pt x="33" y="11"/>
                      <a:pt x="37" y="12"/>
                      <a:pt x="37" y="14"/>
                    </a:cubicBezTo>
                    <a:cubicBezTo>
                      <a:pt x="38" y="17"/>
                      <a:pt x="32" y="18"/>
                      <a:pt x="30" y="18"/>
                    </a:cubicBezTo>
                    <a:cubicBezTo>
                      <a:pt x="30" y="18"/>
                      <a:pt x="23" y="11"/>
                      <a:pt x="22" y="9"/>
                    </a:cubicBezTo>
                    <a:cubicBezTo>
                      <a:pt x="21" y="8"/>
                      <a:pt x="19" y="0"/>
                      <a:pt x="16" y="2"/>
                    </a:cubicBezTo>
                    <a:cubicBezTo>
                      <a:pt x="14" y="3"/>
                      <a:pt x="12" y="7"/>
                      <a:pt x="13" y="10"/>
                    </a:cubicBezTo>
                    <a:cubicBezTo>
                      <a:pt x="15" y="12"/>
                      <a:pt x="17" y="13"/>
                      <a:pt x="20" y="16"/>
                    </a:cubicBezTo>
                    <a:cubicBezTo>
                      <a:pt x="22" y="18"/>
                      <a:pt x="25" y="21"/>
                      <a:pt x="25" y="22"/>
                    </a:cubicBezTo>
                    <a:cubicBezTo>
                      <a:pt x="25" y="23"/>
                      <a:pt x="23" y="25"/>
                      <a:pt x="21" y="26"/>
                    </a:cubicBezTo>
                    <a:cubicBezTo>
                      <a:pt x="18" y="27"/>
                      <a:pt x="11" y="27"/>
                      <a:pt x="10" y="26"/>
                    </a:cubicBezTo>
                    <a:cubicBezTo>
                      <a:pt x="9" y="24"/>
                      <a:pt x="8" y="21"/>
                      <a:pt x="8" y="19"/>
                    </a:cubicBezTo>
                    <a:cubicBezTo>
                      <a:pt x="9" y="16"/>
                      <a:pt x="9" y="11"/>
                      <a:pt x="6" y="13"/>
                    </a:cubicBezTo>
                    <a:cubicBezTo>
                      <a:pt x="4" y="14"/>
                      <a:pt x="5" y="16"/>
                      <a:pt x="3" y="18"/>
                    </a:cubicBezTo>
                    <a:cubicBezTo>
                      <a:pt x="1" y="19"/>
                      <a:pt x="0" y="24"/>
                      <a:pt x="2" y="26"/>
                    </a:cubicBezTo>
                    <a:cubicBezTo>
                      <a:pt x="4" y="28"/>
                      <a:pt x="8" y="30"/>
                      <a:pt x="14" y="30"/>
                    </a:cubicBezTo>
                    <a:cubicBezTo>
                      <a:pt x="19" y="30"/>
                      <a:pt x="22" y="29"/>
                      <a:pt x="23" y="29"/>
                    </a:cubicBezTo>
                    <a:cubicBezTo>
                      <a:pt x="25" y="29"/>
                      <a:pt x="28" y="27"/>
                      <a:pt x="28" y="29"/>
                    </a:cubicBezTo>
                    <a:cubicBezTo>
                      <a:pt x="28" y="30"/>
                      <a:pt x="29" y="38"/>
                      <a:pt x="32" y="37"/>
                    </a:cubicBezTo>
                    <a:cubicBezTo>
                      <a:pt x="35" y="37"/>
                      <a:pt x="39" y="35"/>
                      <a:pt x="38" y="33"/>
                    </a:cubicBezTo>
                    <a:cubicBezTo>
                      <a:pt x="38" y="30"/>
                      <a:pt x="34" y="24"/>
                      <a:pt x="34" y="24"/>
                    </a:cubicBezTo>
                    <a:cubicBezTo>
                      <a:pt x="34" y="24"/>
                      <a:pt x="34" y="20"/>
                      <a:pt x="35" y="20"/>
                    </a:cubicBezTo>
                    <a:cubicBezTo>
                      <a:pt x="37" y="21"/>
                      <a:pt x="40" y="21"/>
                      <a:pt x="42" y="22"/>
                    </a:cubicBezTo>
                    <a:cubicBezTo>
                      <a:pt x="44" y="22"/>
                      <a:pt x="49" y="20"/>
                      <a:pt x="48" y="18"/>
                    </a:cubicBezTo>
                    <a:cubicBezTo>
                      <a:pt x="47" y="15"/>
                      <a:pt x="42" y="10"/>
                      <a:pt x="41" y="8"/>
                    </a:cubicBezTo>
                    <a:cubicBezTo>
                      <a:pt x="40" y="6"/>
                      <a:pt x="38" y="4"/>
                      <a:pt x="3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29" name="îṡlïḋe"/>
              <p:cNvSpPr/>
              <p:nvPr/>
            </p:nvSpPr>
            <p:spPr bwMode="auto">
              <a:xfrm>
                <a:off x="3373438" y="2324100"/>
                <a:ext cx="254000" cy="223838"/>
              </a:xfrm>
              <a:custGeom>
                <a:avLst/>
                <a:gdLst>
                  <a:gd name="T0" fmla="*/ 54 w 77"/>
                  <a:gd name="T1" fmla="*/ 14 h 68"/>
                  <a:gd name="T2" fmla="*/ 47 w 77"/>
                  <a:gd name="T3" fmla="*/ 25 h 68"/>
                  <a:gd name="T4" fmla="*/ 46 w 77"/>
                  <a:gd name="T5" fmla="*/ 25 h 68"/>
                  <a:gd name="T6" fmla="*/ 35 w 77"/>
                  <a:gd name="T7" fmla="*/ 23 h 68"/>
                  <a:gd name="T8" fmla="*/ 27 w 77"/>
                  <a:gd name="T9" fmla="*/ 19 h 68"/>
                  <a:gd name="T10" fmla="*/ 22 w 77"/>
                  <a:gd name="T11" fmla="*/ 22 h 68"/>
                  <a:gd name="T12" fmla="*/ 25 w 77"/>
                  <a:gd name="T13" fmla="*/ 32 h 68"/>
                  <a:gd name="T14" fmla="*/ 34 w 77"/>
                  <a:gd name="T15" fmla="*/ 35 h 68"/>
                  <a:gd name="T16" fmla="*/ 40 w 77"/>
                  <a:gd name="T17" fmla="*/ 34 h 68"/>
                  <a:gd name="T18" fmla="*/ 37 w 77"/>
                  <a:gd name="T19" fmla="*/ 38 h 68"/>
                  <a:gd name="T20" fmla="*/ 25 w 77"/>
                  <a:gd name="T21" fmla="*/ 50 h 68"/>
                  <a:gd name="T22" fmla="*/ 11 w 77"/>
                  <a:gd name="T23" fmla="*/ 57 h 68"/>
                  <a:gd name="T24" fmla="*/ 9 w 77"/>
                  <a:gd name="T25" fmla="*/ 55 h 68"/>
                  <a:gd name="T26" fmla="*/ 3 w 77"/>
                  <a:gd name="T27" fmla="*/ 56 h 68"/>
                  <a:gd name="T28" fmla="*/ 2 w 77"/>
                  <a:gd name="T29" fmla="*/ 64 h 68"/>
                  <a:gd name="T30" fmla="*/ 6 w 77"/>
                  <a:gd name="T31" fmla="*/ 67 h 68"/>
                  <a:gd name="T32" fmla="*/ 19 w 77"/>
                  <a:gd name="T33" fmla="*/ 59 h 68"/>
                  <a:gd name="T34" fmla="*/ 36 w 77"/>
                  <a:gd name="T35" fmla="*/ 49 h 68"/>
                  <a:gd name="T36" fmla="*/ 48 w 77"/>
                  <a:gd name="T37" fmla="*/ 33 h 68"/>
                  <a:gd name="T38" fmla="*/ 63 w 77"/>
                  <a:gd name="T39" fmla="*/ 33 h 68"/>
                  <a:gd name="T40" fmla="*/ 70 w 77"/>
                  <a:gd name="T41" fmla="*/ 34 h 68"/>
                  <a:gd name="T42" fmla="*/ 75 w 77"/>
                  <a:gd name="T43" fmla="*/ 30 h 68"/>
                  <a:gd name="T44" fmla="*/ 68 w 77"/>
                  <a:gd name="T45" fmla="*/ 25 h 68"/>
                  <a:gd name="T46" fmla="*/ 59 w 77"/>
                  <a:gd name="T47" fmla="*/ 26 h 68"/>
                  <a:gd name="T48" fmla="*/ 54 w 77"/>
                  <a:gd name="T49" fmla="*/ 25 h 68"/>
                  <a:gd name="T50" fmla="*/ 57 w 77"/>
                  <a:gd name="T51" fmla="*/ 20 h 68"/>
                  <a:gd name="T52" fmla="*/ 61 w 77"/>
                  <a:gd name="T53" fmla="*/ 16 h 68"/>
                  <a:gd name="T54" fmla="*/ 66 w 77"/>
                  <a:gd name="T55" fmla="*/ 11 h 68"/>
                  <a:gd name="T56" fmla="*/ 65 w 77"/>
                  <a:gd name="T57" fmla="*/ 2 h 68"/>
                  <a:gd name="T58" fmla="*/ 58 w 77"/>
                  <a:gd name="T59" fmla="*/ 4 h 68"/>
                  <a:gd name="T60" fmla="*/ 54 w 77"/>
                  <a:gd name="T61" fmla="*/ 1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68">
                    <a:moveTo>
                      <a:pt x="54" y="14"/>
                    </a:moveTo>
                    <a:cubicBezTo>
                      <a:pt x="54" y="14"/>
                      <a:pt x="50" y="19"/>
                      <a:pt x="47" y="25"/>
                    </a:cubicBezTo>
                    <a:cubicBezTo>
                      <a:pt x="46" y="25"/>
                      <a:pt x="46" y="25"/>
                      <a:pt x="46" y="25"/>
                    </a:cubicBezTo>
                    <a:cubicBezTo>
                      <a:pt x="44" y="25"/>
                      <a:pt x="37" y="25"/>
                      <a:pt x="35" y="23"/>
                    </a:cubicBezTo>
                    <a:cubicBezTo>
                      <a:pt x="32" y="22"/>
                      <a:pt x="28" y="19"/>
                      <a:pt x="27" y="19"/>
                    </a:cubicBezTo>
                    <a:cubicBezTo>
                      <a:pt x="25" y="18"/>
                      <a:pt x="23" y="19"/>
                      <a:pt x="22" y="22"/>
                    </a:cubicBezTo>
                    <a:cubicBezTo>
                      <a:pt x="21" y="25"/>
                      <a:pt x="21" y="28"/>
                      <a:pt x="25" y="32"/>
                    </a:cubicBezTo>
                    <a:cubicBezTo>
                      <a:pt x="29" y="37"/>
                      <a:pt x="30" y="36"/>
                      <a:pt x="34" y="35"/>
                    </a:cubicBezTo>
                    <a:cubicBezTo>
                      <a:pt x="36" y="35"/>
                      <a:pt x="38" y="34"/>
                      <a:pt x="40" y="34"/>
                    </a:cubicBezTo>
                    <a:cubicBezTo>
                      <a:pt x="38" y="36"/>
                      <a:pt x="37" y="38"/>
                      <a:pt x="37" y="38"/>
                    </a:cubicBezTo>
                    <a:cubicBezTo>
                      <a:pt x="35" y="40"/>
                      <a:pt x="29" y="47"/>
                      <a:pt x="25" y="50"/>
                    </a:cubicBezTo>
                    <a:cubicBezTo>
                      <a:pt x="21" y="52"/>
                      <a:pt x="11" y="57"/>
                      <a:pt x="11" y="57"/>
                    </a:cubicBezTo>
                    <a:cubicBezTo>
                      <a:pt x="12" y="58"/>
                      <a:pt x="9" y="58"/>
                      <a:pt x="9" y="55"/>
                    </a:cubicBezTo>
                    <a:cubicBezTo>
                      <a:pt x="8" y="52"/>
                      <a:pt x="6" y="54"/>
                      <a:pt x="3" y="56"/>
                    </a:cubicBezTo>
                    <a:cubicBezTo>
                      <a:pt x="0" y="58"/>
                      <a:pt x="2" y="62"/>
                      <a:pt x="2" y="64"/>
                    </a:cubicBezTo>
                    <a:cubicBezTo>
                      <a:pt x="1" y="66"/>
                      <a:pt x="1" y="68"/>
                      <a:pt x="6" y="67"/>
                    </a:cubicBezTo>
                    <a:cubicBezTo>
                      <a:pt x="10" y="66"/>
                      <a:pt x="14" y="62"/>
                      <a:pt x="19" y="59"/>
                    </a:cubicBezTo>
                    <a:cubicBezTo>
                      <a:pt x="24" y="57"/>
                      <a:pt x="32" y="53"/>
                      <a:pt x="36" y="49"/>
                    </a:cubicBezTo>
                    <a:cubicBezTo>
                      <a:pt x="39" y="46"/>
                      <a:pt x="45" y="38"/>
                      <a:pt x="48" y="33"/>
                    </a:cubicBezTo>
                    <a:cubicBezTo>
                      <a:pt x="53" y="33"/>
                      <a:pt x="61" y="33"/>
                      <a:pt x="63" y="33"/>
                    </a:cubicBezTo>
                    <a:cubicBezTo>
                      <a:pt x="65" y="33"/>
                      <a:pt x="67" y="35"/>
                      <a:pt x="70" y="34"/>
                    </a:cubicBezTo>
                    <a:cubicBezTo>
                      <a:pt x="73" y="34"/>
                      <a:pt x="77" y="33"/>
                      <a:pt x="75" y="30"/>
                    </a:cubicBezTo>
                    <a:cubicBezTo>
                      <a:pt x="73" y="27"/>
                      <a:pt x="71" y="24"/>
                      <a:pt x="68" y="25"/>
                    </a:cubicBezTo>
                    <a:cubicBezTo>
                      <a:pt x="65" y="26"/>
                      <a:pt x="61" y="26"/>
                      <a:pt x="59" y="26"/>
                    </a:cubicBezTo>
                    <a:cubicBezTo>
                      <a:pt x="59" y="26"/>
                      <a:pt x="56" y="26"/>
                      <a:pt x="54" y="25"/>
                    </a:cubicBezTo>
                    <a:cubicBezTo>
                      <a:pt x="55" y="23"/>
                      <a:pt x="57" y="21"/>
                      <a:pt x="57" y="20"/>
                    </a:cubicBezTo>
                    <a:cubicBezTo>
                      <a:pt x="59" y="18"/>
                      <a:pt x="60" y="17"/>
                      <a:pt x="61" y="16"/>
                    </a:cubicBezTo>
                    <a:cubicBezTo>
                      <a:pt x="62" y="16"/>
                      <a:pt x="65" y="14"/>
                      <a:pt x="66" y="11"/>
                    </a:cubicBezTo>
                    <a:cubicBezTo>
                      <a:pt x="67" y="9"/>
                      <a:pt x="66" y="3"/>
                      <a:pt x="65" y="2"/>
                    </a:cubicBezTo>
                    <a:cubicBezTo>
                      <a:pt x="63" y="0"/>
                      <a:pt x="59" y="1"/>
                      <a:pt x="58" y="4"/>
                    </a:cubicBezTo>
                    <a:cubicBezTo>
                      <a:pt x="56" y="7"/>
                      <a:pt x="55" y="14"/>
                      <a:pt x="5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30" name="í$ḻíde"/>
              <p:cNvSpPr/>
              <p:nvPr/>
            </p:nvSpPr>
            <p:spPr bwMode="auto">
              <a:xfrm>
                <a:off x="2625726" y="2725738"/>
                <a:ext cx="890588" cy="1277938"/>
              </a:xfrm>
              <a:custGeom>
                <a:avLst/>
                <a:gdLst>
                  <a:gd name="T0" fmla="*/ 135 w 270"/>
                  <a:gd name="T1" fmla="*/ 22 h 387"/>
                  <a:gd name="T2" fmla="*/ 131 w 270"/>
                  <a:gd name="T3" fmla="*/ 22 h 387"/>
                  <a:gd name="T4" fmla="*/ 117 w 270"/>
                  <a:gd name="T5" fmla="*/ 6 h 387"/>
                  <a:gd name="T6" fmla="*/ 99 w 270"/>
                  <a:gd name="T7" fmla="*/ 6 h 387"/>
                  <a:gd name="T8" fmla="*/ 85 w 270"/>
                  <a:gd name="T9" fmla="*/ 0 h 387"/>
                  <a:gd name="T10" fmla="*/ 100 w 270"/>
                  <a:gd name="T11" fmla="*/ 20 h 387"/>
                  <a:gd name="T12" fmla="*/ 113 w 270"/>
                  <a:gd name="T13" fmla="*/ 20 h 387"/>
                  <a:gd name="T14" fmla="*/ 126 w 270"/>
                  <a:gd name="T15" fmla="*/ 23 h 387"/>
                  <a:gd name="T16" fmla="*/ 88 w 270"/>
                  <a:gd name="T17" fmla="*/ 45 h 387"/>
                  <a:gd name="T18" fmla="*/ 82 w 270"/>
                  <a:gd name="T19" fmla="*/ 108 h 387"/>
                  <a:gd name="T20" fmla="*/ 60 w 270"/>
                  <a:gd name="T21" fmla="*/ 108 h 387"/>
                  <a:gd name="T22" fmla="*/ 35 w 270"/>
                  <a:gd name="T23" fmla="*/ 142 h 387"/>
                  <a:gd name="T24" fmla="*/ 25 w 270"/>
                  <a:gd name="T25" fmla="*/ 309 h 387"/>
                  <a:gd name="T26" fmla="*/ 0 w 270"/>
                  <a:gd name="T27" fmla="*/ 387 h 387"/>
                  <a:gd name="T28" fmla="*/ 30 w 270"/>
                  <a:gd name="T29" fmla="*/ 387 h 387"/>
                  <a:gd name="T30" fmla="*/ 45 w 270"/>
                  <a:gd name="T31" fmla="*/ 367 h 387"/>
                  <a:gd name="T32" fmla="*/ 37 w 270"/>
                  <a:gd name="T33" fmla="*/ 387 h 387"/>
                  <a:gd name="T34" fmla="*/ 63 w 270"/>
                  <a:gd name="T35" fmla="*/ 387 h 387"/>
                  <a:gd name="T36" fmla="*/ 70 w 270"/>
                  <a:gd name="T37" fmla="*/ 353 h 387"/>
                  <a:gd name="T38" fmla="*/ 78 w 270"/>
                  <a:gd name="T39" fmla="*/ 167 h 387"/>
                  <a:gd name="T40" fmla="*/ 90 w 270"/>
                  <a:gd name="T41" fmla="*/ 151 h 387"/>
                  <a:gd name="T42" fmla="*/ 130 w 270"/>
                  <a:gd name="T43" fmla="*/ 151 h 387"/>
                  <a:gd name="T44" fmla="*/ 130 w 270"/>
                  <a:gd name="T45" fmla="*/ 69 h 387"/>
                  <a:gd name="T46" fmla="*/ 113 w 270"/>
                  <a:gd name="T47" fmla="*/ 48 h 387"/>
                  <a:gd name="T48" fmla="*/ 135 w 270"/>
                  <a:gd name="T49" fmla="*/ 27 h 387"/>
                  <a:gd name="T50" fmla="*/ 156 w 270"/>
                  <a:gd name="T51" fmla="*/ 48 h 387"/>
                  <a:gd name="T52" fmla="*/ 139 w 270"/>
                  <a:gd name="T53" fmla="*/ 69 h 387"/>
                  <a:gd name="T54" fmla="*/ 139 w 270"/>
                  <a:gd name="T55" fmla="*/ 151 h 387"/>
                  <a:gd name="T56" fmla="*/ 180 w 270"/>
                  <a:gd name="T57" fmla="*/ 151 h 387"/>
                  <a:gd name="T58" fmla="*/ 191 w 270"/>
                  <a:gd name="T59" fmla="*/ 167 h 387"/>
                  <a:gd name="T60" fmla="*/ 200 w 270"/>
                  <a:gd name="T61" fmla="*/ 353 h 387"/>
                  <a:gd name="T62" fmla="*/ 207 w 270"/>
                  <a:gd name="T63" fmla="*/ 387 h 387"/>
                  <a:gd name="T64" fmla="*/ 233 w 270"/>
                  <a:gd name="T65" fmla="*/ 387 h 387"/>
                  <a:gd name="T66" fmla="*/ 224 w 270"/>
                  <a:gd name="T67" fmla="*/ 367 h 387"/>
                  <a:gd name="T68" fmla="*/ 239 w 270"/>
                  <a:gd name="T69" fmla="*/ 387 h 387"/>
                  <a:gd name="T70" fmla="*/ 270 w 270"/>
                  <a:gd name="T71" fmla="*/ 387 h 387"/>
                  <a:gd name="T72" fmla="*/ 244 w 270"/>
                  <a:gd name="T73" fmla="*/ 309 h 387"/>
                  <a:gd name="T74" fmla="*/ 235 w 270"/>
                  <a:gd name="T75" fmla="*/ 142 h 387"/>
                  <a:gd name="T76" fmla="*/ 209 w 270"/>
                  <a:gd name="T77" fmla="*/ 108 h 387"/>
                  <a:gd name="T78" fmla="*/ 188 w 270"/>
                  <a:gd name="T79" fmla="*/ 108 h 387"/>
                  <a:gd name="T80" fmla="*/ 182 w 270"/>
                  <a:gd name="T81" fmla="*/ 45 h 387"/>
                  <a:gd name="T82" fmla="*/ 144 w 270"/>
                  <a:gd name="T83" fmla="*/ 23 h 387"/>
                  <a:gd name="T84" fmla="*/ 157 w 270"/>
                  <a:gd name="T85" fmla="*/ 20 h 387"/>
                  <a:gd name="T86" fmla="*/ 170 w 270"/>
                  <a:gd name="T87" fmla="*/ 20 h 387"/>
                  <a:gd name="T88" fmla="*/ 184 w 270"/>
                  <a:gd name="T89" fmla="*/ 0 h 387"/>
                  <a:gd name="T90" fmla="*/ 170 w 270"/>
                  <a:gd name="T91" fmla="*/ 6 h 387"/>
                  <a:gd name="T92" fmla="*/ 153 w 270"/>
                  <a:gd name="T93" fmla="*/ 6 h 387"/>
                  <a:gd name="T94" fmla="*/ 139 w 270"/>
                  <a:gd name="T95" fmla="*/ 22 h 387"/>
                  <a:gd name="T96" fmla="*/ 135 w 270"/>
                  <a:gd name="T97" fmla="*/ 22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0" h="387">
                    <a:moveTo>
                      <a:pt x="135" y="22"/>
                    </a:moveTo>
                    <a:cubicBezTo>
                      <a:pt x="133" y="22"/>
                      <a:pt x="132" y="22"/>
                      <a:pt x="131" y="22"/>
                    </a:cubicBezTo>
                    <a:cubicBezTo>
                      <a:pt x="130" y="15"/>
                      <a:pt x="126" y="6"/>
                      <a:pt x="117" y="6"/>
                    </a:cubicBezTo>
                    <a:cubicBezTo>
                      <a:pt x="110" y="6"/>
                      <a:pt x="106" y="6"/>
                      <a:pt x="99" y="6"/>
                    </a:cubicBezTo>
                    <a:cubicBezTo>
                      <a:pt x="93" y="6"/>
                      <a:pt x="88" y="4"/>
                      <a:pt x="85" y="0"/>
                    </a:cubicBezTo>
                    <a:cubicBezTo>
                      <a:pt x="87" y="9"/>
                      <a:pt x="90" y="18"/>
                      <a:pt x="100" y="20"/>
                    </a:cubicBezTo>
                    <a:cubicBezTo>
                      <a:pt x="104" y="20"/>
                      <a:pt x="109" y="20"/>
                      <a:pt x="113" y="20"/>
                    </a:cubicBezTo>
                    <a:cubicBezTo>
                      <a:pt x="120" y="20"/>
                      <a:pt x="123" y="21"/>
                      <a:pt x="126" y="23"/>
                    </a:cubicBezTo>
                    <a:cubicBezTo>
                      <a:pt x="109" y="24"/>
                      <a:pt x="93" y="30"/>
                      <a:pt x="88" y="45"/>
                    </a:cubicBezTo>
                    <a:cubicBezTo>
                      <a:pt x="83" y="59"/>
                      <a:pt x="85" y="92"/>
                      <a:pt x="82" y="108"/>
                    </a:cubicBezTo>
                    <a:cubicBezTo>
                      <a:pt x="75" y="108"/>
                      <a:pt x="67" y="108"/>
                      <a:pt x="60" y="108"/>
                    </a:cubicBezTo>
                    <a:cubicBezTo>
                      <a:pt x="42" y="107"/>
                      <a:pt x="36" y="123"/>
                      <a:pt x="35" y="142"/>
                    </a:cubicBezTo>
                    <a:cubicBezTo>
                      <a:pt x="32" y="198"/>
                      <a:pt x="28" y="253"/>
                      <a:pt x="25" y="309"/>
                    </a:cubicBezTo>
                    <a:cubicBezTo>
                      <a:pt x="23" y="352"/>
                      <a:pt x="14" y="372"/>
                      <a:pt x="0" y="387"/>
                    </a:cubicBezTo>
                    <a:cubicBezTo>
                      <a:pt x="10" y="387"/>
                      <a:pt x="20" y="387"/>
                      <a:pt x="30" y="387"/>
                    </a:cubicBezTo>
                    <a:cubicBezTo>
                      <a:pt x="35" y="383"/>
                      <a:pt x="38" y="378"/>
                      <a:pt x="45" y="367"/>
                    </a:cubicBezTo>
                    <a:cubicBezTo>
                      <a:pt x="42" y="377"/>
                      <a:pt x="40" y="382"/>
                      <a:pt x="37" y="387"/>
                    </a:cubicBezTo>
                    <a:cubicBezTo>
                      <a:pt x="46" y="387"/>
                      <a:pt x="54" y="387"/>
                      <a:pt x="63" y="387"/>
                    </a:cubicBezTo>
                    <a:cubicBezTo>
                      <a:pt x="68" y="377"/>
                      <a:pt x="70" y="365"/>
                      <a:pt x="70" y="353"/>
                    </a:cubicBezTo>
                    <a:cubicBezTo>
                      <a:pt x="73" y="291"/>
                      <a:pt x="76" y="229"/>
                      <a:pt x="78" y="167"/>
                    </a:cubicBezTo>
                    <a:cubicBezTo>
                      <a:pt x="79" y="157"/>
                      <a:pt x="82" y="151"/>
                      <a:pt x="90" y="151"/>
                    </a:cubicBezTo>
                    <a:cubicBezTo>
                      <a:pt x="103" y="151"/>
                      <a:pt x="117" y="151"/>
                      <a:pt x="130" y="151"/>
                    </a:cubicBezTo>
                    <a:cubicBezTo>
                      <a:pt x="130" y="124"/>
                      <a:pt x="130" y="96"/>
                      <a:pt x="130" y="69"/>
                    </a:cubicBezTo>
                    <a:cubicBezTo>
                      <a:pt x="121" y="67"/>
                      <a:pt x="113" y="58"/>
                      <a:pt x="113" y="48"/>
                    </a:cubicBezTo>
                    <a:cubicBezTo>
                      <a:pt x="113" y="36"/>
                      <a:pt x="123" y="27"/>
                      <a:pt x="135" y="27"/>
                    </a:cubicBezTo>
                    <a:cubicBezTo>
                      <a:pt x="147" y="27"/>
                      <a:pt x="156" y="36"/>
                      <a:pt x="156" y="48"/>
                    </a:cubicBezTo>
                    <a:cubicBezTo>
                      <a:pt x="156" y="58"/>
                      <a:pt x="149" y="67"/>
                      <a:pt x="139" y="69"/>
                    </a:cubicBezTo>
                    <a:cubicBezTo>
                      <a:pt x="139" y="96"/>
                      <a:pt x="139" y="124"/>
                      <a:pt x="139" y="151"/>
                    </a:cubicBezTo>
                    <a:cubicBezTo>
                      <a:pt x="153" y="151"/>
                      <a:pt x="166" y="151"/>
                      <a:pt x="180" y="151"/>
                    </a:cubicBezTo>
                    <a:cubicBezTo>
                      <a:pt x="188" y="151"/>
                      <a:pt x="191" y="157"/>
                      <a:pt x="191" y="167"/>
                    </a:cubicBezTo>
                    <a:cubicBezTo>
                      <a:pt x="194" y="229"/>
                      <a:pt x="197" y="291"/>
                      <a:pt x="200" y="353"/>
                    </a:cubicBezTo>
                    <a:cubicBezTo>
                      <a:pt x="200" y="365"/>
                      <a:pt x="202" y="377"/>
                      <a:pt x="207" y="387"/>
                    </a:cubicBezTo>
                    <a:cubicBezTo>
                      <a:pt x="215" y="387"/>
                      <a:pt x="224" y="387"/>
                      <a:pt x="233" y="387"/>
                    </a:cubicBezTo>
                    <a:cubicBezTo>
                      <a:pt x="230" y="382"/>
                      <a:pt x="227" y="377"/>
                      <a:pt x="224" y="367"/>
                    </a:cubicBezTo>
                    <a:cubicBezTo>
                      <a:pt x="232" y="378"/>
                      <a:pt x="235" y="383"/>
                      <a:pt x="239" y="387"/>
                    </a:cubicBezTo>
                    <a:cubicBezTo>
                      <a:pt x="249" y="387"/>
                      <a:pt x="260" y="387"/>
                      <a:pt x="270" y="387"/>
                    </a:cubicBezTo>
                    <a:cubicBezTo>
                      <a:pt x="256" y="372"/>
                      <a:pt x="247" y="352"/>
                      <a:pt x="244" y="309"/>
                    </a:cubicBezTo>
                    <a:cubicBezTo>
                      <a:pt x="242" y="253"/>
                      <a:pt x="238" y="198"/>
                      <a:pt x="235" y="142"/>
                    </a:cubicBezTo>
                    <a:cubicBezTo>
                      <a:pt x="234" y="123"/>
                      <a:pt x="228" y="107"/>
                      <a:pt x="209" y="108"/>
                    </a:cubicBezTo>
                    <a:cubicBezTo>
                      <a:pt x="202" y="108"/>
                      <a:pt x="195" y="108"/>
                      <a:pt x="188" y="108"/>
                    </a:cubicBezTo>
                    <a:cubicBezTo>
                      <a:pt x="185" y="92"/>
                      <a:pt x="186" y="59"/>
                      <a:pt x="182" y="45"/>
                    </a:cubicBezTo>
                    <a:cubicBezTo>
                      <a:pt x="176" y="30"/>
                      <a:pt x="161" y="24"/>
                      <a:pt x="144" y="23"/>
                    </a:cubicBezTo>
                    <a:cubicBezTo>
                      <a:pt x="146" y="21"/>
                      <a:pt x="150" y="20"/>
                      <a:pt x="157" y="20"/>
                    </a:cubicBezTo>
                    <a:cubicBezTo>
                      <a:pt x="161" y="20"/>
                      <a:pt x="166" y="20"/>
                      <a:pt x="170" y="20"/>
                    </a:cubicBezTo>
                    <a:cubicBezTo>
                      <a:pt x="180" y="18"/>
                      <a:pt x="183" y="9"/>
                      <a:pt x="184" y="0"/>
                    </a:cubicBezTo>
                    <a:cubicBezTo>
                      <a:pt x="181" y="4"/>
                      <a:pt x="177" y="6"/>
                      <a:pt x="170" y="6"/>
                    </a:cubicBezTo>
                    <a:cubicBezTo>
                      <a:pt x="164" y="6"/>
                      <a:pt x="159" y="6"/>
                      <a:pt x="153" y="6"/>
                    </a:cubicBezTo>
                    <a:cubicBezTo>
                      <a:pt x="144" y="6"/>
                      <a:pt x="140" y="15"/>
                      <a:pt x="139" y="22"/>
                    </a:cubicBezTo>
                    <a:cubicBezTo>
                      <a:pt x="138" y="22"/>
                      <a:pt x="136" y="22"/>
                      <a:pt x="1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31" name="ïŝľîḑê"/>
              <p:cNvSpPr/>
              <p:nvPr/>
            </p:nvSpPr>
            <p:spPr bwMode="auto">
              <a:xfrm>
                <a:off x="1735138" y="2095500"/>
                <a:ext cx="2667000" cy="2670175"/>
              </a:xfrm>
              <a:custGeom>
                <a:avLst/>
                <a:gdLst>
                  <a:gd name="T0" fmla="*/ 404 w 809"/>
                  <a:gd name="T1" fmla="*/ 0 h 809"/>
                  <a:gd name="T2" fmla="*/ 809 w 809"/>
                  <a:gd name="T3" fmla="*/ 404 h 809"/>
                  <a:gd name="T4" fmla="*/ 404 w 809"/>
                  <a:gd name="T5" fmla="*/ 809 h 809"/>
                  <a:gd name="T6" fmla="*/ 0 w 809"/>
                  <a:gd name="T7" fmla="*/ 404 h 809"/>
                  <a:gd name="T8" fmla="*/ 404 w 809"/>
                  <a:gd name="T9" fmla="*/ 0 h 809"/>
                  <a:gd name="T10" fmla="*/ 404 w 809"/>
                  <a:gd name="T11" fmla="*/ 0 h 809"/>
                  <a:gd name="T12" fmla="*/ 404 w 809"/>
                  <a:gd name="T13" fmla="*/ 14 h 809"/>
                  <a:gd name="T14" fmla="*/ 14 w 809"/>
                  <a:gd name="T15" fmla="*/ 404 h 809"/>
                  <a:gd name="T16" fmla="*/ 404 w 809"/>
                  <a:gd name="T17" fmla="*/ 795 h 809"/>
                  <a:gd name="T18" fmla="*/ 795 w 809"/>
                  <a:gd name="T19" fmla="*/ 404 h 809"/>
                  <a:gd name="T20" fmla="*/ 404 w 809"/>
                  <a:gd name="T21" fmla="*/ 1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809">
                    <a:moveTo>
                      <a:pt x="404" y="0"/>
                    </a:moveTo>
                    <a:cubicBezTo>
                      <a:pt x="627" y="0"/>
                      <a:pt x="809" y="182"/>
                      <a:pt x="809" y="404"/>
                    </a:cubicBezTo>
                    <a:cubicBezTo>
                      <a:pt x="809" y="627"/>
                      <a:pt x="627" y="809"/>
                      <a:pt x="404" y="809"/>
                    </a:cubicBezTo>
                    <a:cubicBezTo>
                      <a:pt x="181" y="809"/>
                      <a:pt x="0" y="627"/>
                      <a:pt x="0" y="404"/>
                    </a:cubicBezTo>
                    <a:cubicBezTo>
                      <a:pt x="0" y="182"/>
                      <a:pt x="181" y="0"/>
                      <a:pt x="404" y="0"/>
                    </a:cubicBezTo>
                    <a:cubicBezTo>
                      <a:pt x="404" y="0"/>
                      <a:pt x="404" y="0"/>
                      <a:pt x="404" y="0"/>
                    </a:cubicBezTo>
                    <a:close/>
                    <a:moveTo>
                      <a:pt x="404" y="14"/>
                    </a:moveTo>
                    <a:cubicBezTo>
                      <a:pt x="189" y="14"/>
                      <a:pt x="14" y="189"/>
                      <a:pt x="14" y="404"/>
                    </a:cubicBezTo>
                    <a:cubicBezTo>
                      <a:pt x="14" y="619"/>
                      <a:pt x="189" y="795"/>
                      <a:pt x="404" y="795"/>
                    </a:cubicBezTo>
                    <a:cubicBezTo>
                      <a:pt x="619" y="795"/>
                      <a:pt x="795" y="619"/>
                      <a:pt x="795" y="404"/>
                    </a:cubicBezTo>
                    <a:cubicBezTo>
                      <a:pt x="795" y="189"/>
                      <a:pt x="619" y="14"/>
                      <a:pt x="40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32" name="išlíḑe"/>
              <p:cNvSpPr/>
              <p:nvPr/>
            </p:nvSpPr>
            <p:spPr bwMode="auto">
              <a:xfrm>
                <a:off x="1897063" y="3373438"/>
                <a:ext cx="2333625" cy="1227138"/>
              </a:xfrm>
              <a:custGeom>
                <a:avLst/>
                <a:gdLst>
                  <a:gd name="T0" fmla="*/ 21 w 708"/>
                  <a:gd name="T1" fmla="*/ 23 h 372"/>
                  <a:gd name="T2" fmla="*/ 53 w 708"/>
                  <a:gd name="T3" fmla="*/ 35 h 372"/>
                  <a:gd name="T4" fmla="*/ 51 w 708"/>
                  <a:gd name="T5" fmla="*/ 26 h 372"/>
                  <a:gd name="T6" fmla="*/ 18 w 708"/>
                  <a:gd name="T7" fmla="*/ 47 h 372"/>
                  <a:gd name="T8" fmla="*/ 18 w 708"/>
                  <a:gd name="T9" fmla="*/ 88 h 372"/>
                  <a:gd name="T10" fmla="*/ 48 w 708"/>
                  <a:gd name="T11" fmla="*/ 67 h 372"/>
                  <a:gd name="T12" fmla="*/ 18 w 708"/>
                  <a:gd name="T13" fmla="*/ 88 h 372"/>
                  <a:gd name="T14" fmla="*/ 62 w 708"/>
                  <a:gd name="T15" fmla="*/ 109 h 372"/>
                  <a:gd name="T16" fmla="*/ 64 w 708"/>
                  <a:gd name="T17" fmla="*/ 147 h 372"/>
                  <a:gd name="T18" fmla="*/ 42 w 708"/>
                  <a:gd name="T19" fmla="*/ 155 h 372"/>
                  <a:gd name="T20" fmla="*/ 57 w 708"/>
                  <a:gd name="T21" fmla="*/ 206 h 372"/>
                  <a:gd name="T22" fmla="*/ 116 w 708"/>
                  <a:gd name="T23" fmla="*/ 203 h 372"/>
                  <a:gd name="T24" fmla="*/ 93 w 708"/>
                  <a:gd name="T25" fmla="*/ 174 h 372"/>
                  <a:gd name="T26" fmla="*/ 46 w 708"/>
                  <a:gd name="T27" fmla="*/ 181 h 372"/>
                  <a:gd name="T28" fmla="*/ 129 w 708"/>
                  <a:gd name="T29" fmla="*/ 265 h 372"/>
                  <a:gd name="T30" fmla="*/ 149 w 708"/>
                  <a:gd name="T31" fmla="*/ 251 h 372"/>
                  <a:gd name="T32" fmla="*/ 121 w 708"/>
                  <a:gd name="T33" fmla="*/ 221 h 372"/>
                  <a:gd name="T34" fmla="*/ 111 w 708"/>
                  <a:gd name="T35" fmla="*/ 252 h 372"/>
                  <a:gd name="T36" fmla="*/ 164 w 708"/>
                  <a:gd name="T37" fmla="*/ 295 h 372"/>
                  <a:gd name="T38" fmla="*/ 175 w 708"/>
                  <a:gd name="T39" fmla="*/ 321 h 372"/>
                  <a:gd name="T40" fmla="*/ 132 w 708"/>
                  <a:gd name="T41" fmla="*/ 292 h 372"/>
                  <a:gd name="T42" fmla="*/ 146 w 708"/>
                  <a:gd name="T43" fmla="*/ 291 h 372"/>
                  <a:gd name="T44" fmla="*/ 211 w 708"/>
                  <a:gd name="T45" fmla="*/ 283 h 372"/>
                  <a:gd name="T46" fmla="*/ 260 w 708"/>
                  <a:gd name="T47" fmla="*/ 308 h 372"/>
                  <a:gd name="T48" fmla="*/ 205 w 708"/>
                  <a:gd name="T49" fmla="*/ 335 h 372"/>
                  <a:gd name="T50" fmla="*/ 342 w 708"/>
                  <a:gd name="T51" fmla="*/ 329 h 372"/>
                  <a:gd name="T52" fmla="*/ 344 w 708"/>
                  <a:gd name="T53" fmla="*/ 352 h 372"/>
                  <a:gd name="T54" fmla="*/ 303 w 708"/>
                  <a:gd name="T55" fmla="*/ 320 h 372"/>
                  <a:gd name="T56" fmla="*/ 320 w 708"/>
                  <a:gd name="T57" fmla="*/ 364 h 372"/>
                  <a:gd name="T58" fmla="*/ 360 w 708"/>
                  <a:gd name="T59" fmla="*/ 321 h 372"/>
                  <a:gd name="T60" fmla="*/ 416 w 708"/>
                  <a:gd name="T61" fmla="*/ 315 h 372"/>
                  <a:gd name="T62" fmla="*/ 384 w 708"/>
                  <a:gd name="T63" fmla="*/ 368 h 372"/>
                  <a:gd name="T64" fmla="*/ 464 w 708"/>
                  <a:gd name="T65" fmla="*/ 350 h 372"/>
                  <a:gd name="T66" fmla="*/ 433 w 708"/>
                  <a:gd name="T67" fmla="*/ 313 h 372"/>
                  <a:gd name="T68" fmla="*/ 508 w 708"/>
                  <a:gd name="T69" fmla="*/ 337 h 372"/>
                  <a:gd name="T70" fmla="*/ 500 w 708"/>
                  <a:gd name="T71" fmla="*/ 285 h 372"/>
                  <a:gd name="T72" fmla="*/ 483 w 708"/>
                  <a:gd name="T73" fmla="*/ 294 h 372"/>
                  <a:gd name="T74" fmla="*/ 508 w 708"/>
                  <a:gd name="T75" fmla="*/ 337 h 372"/>
                  <a:gd name="T76" fmla="*/ 515 w 708"/>
                  <a:gd name="T77" fmla="*/ 276 h 372"/>
                  <a:gd name="T78" fmla="*/ 548 w 708"/>
                  <a:gd name="T79" fmla="*/ 279 h 372"/>
                  <a:gd name="T80" fmla="*/ 550 w 708"/>
                  <a:gd name="T81" fmla="*/ 283 h 372"/>
                  <a:gd name="T82" fmla="*/ 547 w 708"/>
                  <a:gd name="T83" fmla="*/ 316 h 372"/>
                  <a:gd name="T84" fmla="*/ 609 w 708"/>
                  <a:gd name="T85" fmla="*/ 250 h 372"/>
                  <a:gd name="T86" fmla="*/ 608 w 708"/>
                  <a:gd name="T87" fmla="*/ 227 h 372"/>
                  <a:gd name="T88" fmla="*/ 573 w 708"/>
                  <a:gd name="T89" fmla="*/ 241 h 372"/>
                  <a:gd name="T90" fmla="*/ 609 w 708"/>
                  <a:gd name="T91" fmla="*/ 250 h 372"/>
                  <a:gd name="T92" fmla="*/ 656 w 708"/>
                  <a:gd name="T93" fmla="*/ 184 h 372"/>
                  <a:gd name="T94" fmla="*/ 613 w 708"/>
                  <a:gd name="T95" fmla="*/ 172 h 372"/>
                  <a:gd name="T96" fmla="*/ 625 w 708"/>
                  <a:gd name="T97" fmla="*/ 165 h 372"/>
                  <a:gd name="T98" fmla="*/ 650 w 708"/>
                  <a:gd name="T99" fmla="*/ 169 h 372"/>
                  <a:gd name="T100" fmla="*/ 651 w 708"/>
                  <a:gd name="T101" fmla="*/ 215 h 372"/>
                  <a:gd name="T102" fmla="*/ 635 w 708"/>
                  <a:gd name="T103" fmla="*/ 139 h 372"/>
                  <a:gd name="T104" fmla="*/ 683 w 708"/>
                  <a:gd name="T105" fmla="*/ 137 h 372"/>
                  <a:gd name="T106" fmla="*/ 655 w 708"/>
                  <a:gd name="T107" fmla="*/ 73 h 372"/>
                  <a:gd name="T108" fmla="*/ 690 w 708"/>
                  <a:gd name="T109" fmla="*/ 98 h 372"/>
                  <a:gd name="T110" fmla="*/ 684 w 708"/>
                  <a:gd name="T111" fmla="*/ 17 h 372"/>
                  <a:gd name="T112" fmla="*/ 698 w 708"/>
                  <a:gd name="T113" fmla="*/ 34 h 372"/>
                  <a:gd name="T114" fmla="*/ 659 w 708"/>
                  <a:gd name="T115" fmla="*/ 29 h 372"/>
                  <a:gd name="T116" fmla="*/ 659 w 708"/>
                  <a:gd name="T117" fmla="*/ 11 h 372"/>
                  <a:gd name="T118" fmla="*/ 663 w 708"/>
                  <a:gd name="T119" fmla="*/ 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8" h="372">
                    <a:moveTo>
                      <a:pt x="0" y="6"/>
                    </a:moveTo>
                    <a:cubicBezTo>
                      <a:pt x="19" y="6"/>
                      <a:pt x="19" y="6"/>
                      <a:pt x="19" y="6"/>
                    </a:cubicBezTo>
                    <a:cubicBezTo>
                      <a:pt x="19" y="8"/>
                      <a:pt x="19" y="8"/>
                      <a:pt x="19" y="8"/>
                    </a:cubicBezTo>
                    <a:cubicBezTo>
                      <a:pt x="15" y="9"/>
                      <a:pt x="11" y="11"/>
                      <a:pt x="8" y="14"/>
                    </a:cubicBezTo>
                    <a:cubicBezTo>
                      <a:pt x="5" y="18"/>
                      <a:pt x="4" y="22"/>
                      <a:pt x="4" y="26"/>
                    </a:cubicBezTo>
                    <a:cubicBezTo>
                      <a:pt x="4" y="29"/>
                      <a:pt x="5" y="32"/>
                      <a:pt x="6" y="33"/>
                    </a:cubicBezTo>
                    <a:cubicBezTo>
                      <a:pt x="7" y="35"/>
                      <a:pt x="9" y="36"/>
                      <a:pt x="11" y="36"/>
                    </a:cubicBezTo>
                    <a:cubicBezTo>
                      <a:pt x="14" y="36"/>
                      <a:pt x="18" y="32"/>
                      <a:pt x="21" y="23"/>
                    </a:cubicBezTo>
                    <a:cubicBezTo>
                      <a:pt x="21" y="23"/>
                      <a:pt x="21" y="23"/>
                      <a:pt x="21" y="23"/>
                    </a:cubicBezTo>
                    <a:cubicBezTo>
                      <a:pt x="22" y="22"/>
                      <a:pt x="22" y="22"/>
                      <a:pt x="22" y="21"/>
                    </a:cubicBezTo>
                    <a:cubicBezTo>
                      <a:pt x="25" y="15"/>
                      <a:pt x="27" y="11"/>
                      <a:pt x="30" y="9"/>
                    </a:cubicBezTo>
                    <a:cubicBezTo>
                      <a:pt x="31" y="8"/>
                      <a:pt x="32" y="7"/>
                      <a:pt x="34" y="7"/>
                    </a:cubicBezTo>
                    <a:cubicBezTo>
                      <a:pt x="35" y="6"/>
                      <a:pt x="36" y="6"/>
                      <a:pt x="38" y="6"/>
                    </a:cubicBezTo>
                    <a:cubicBezTo>
                      <a:pt x="43" y="6"/>
                      <a:pt x="47" y="8"/>
                      <a:pt x="50" y="11"/>
                    </a:cubicBezTo>
                    <a:cubicBezTo>
                      <a:pt x="53" y="15"/>
                      <a:pt x="55" y="19"/>
                      <a:pt x="55" y="25"/>
                    </a:cubicBezTo>
                    <a:cubicBezTo>
                      <a:pt x="55" y="28"/>
                      <a:pt x="54" y="31"/>
                      <a:pt x="53" y="35"/>
                    </a:cubicBezTo>
                    <a:cubicBezTo>
                      <a:pt x="52" y="38"/>
                      <a:pt x="51" y="40"/>
                      <a:pt x="51" y="40"/>
                    </a:cubicBezTo>
                    <a:cubicBezTo>
                      <a:pt x="51" y="41"/>
                      <a:pt x="52" y="41"/>
                      <a:pt x="52" y="42"/>
                    </a:cubicBezTo>
                    <a:cubicBezTo>
                      <a:pt x="53" y="42"/>
                      <a:pt x="53" y="42"/>
                      <a:pt x="55" y="42"/>
                    </a:cubicBezTo>
                    <a:cubicBezTo>
                      <a:pt x="55" y="44"/>
                      <a:pt x="55" y="44"/>
                      <a:pt x="55" y="44"/>
                    </a:cubicBezTo>
                    <a:cubicBezTo>
                      <a:pt x="38" y="45"/>
                      <a:pt x="38" y="45"/>
                      <a:pt x="38" y="45"/>
                    </a:cubicBezTo>
                    <a:cubicBezTo>
                      <a:pt x="38" y="43"/>
                      <a:pt x="38" y="43"/>
                      <a:pt x="38" y="43"/>
                    </a:cubicBezTo>
                    <a:cubicBezTo>
                      <a:pt x="42" y="42"/>
                      <a:pt x="45" y="40"/>
                      <a:pt x="48" y="37"/>
                    </a:cubicBezTo>
                    <a:cubicBezTo>
                      <a:pt x="50" y="34"/>
                      <a:pt x="51" y="30"/>
                      <a:pt x="51" y="26"/>
                    </a:cubicBezTo>
                    <a:cubicBezTo>
                      <a:pt x="51" y="24"/>
                      <a:pt x="51" y="22"/>
                      <a:pt x="49" y="20"/>
                    </a:cubicBezTo>
                    <a:cubicBezTo>
                      <a:pt x="48" y="19"/>
                      <a:pt x="47" y="18"/>
                      <a:pt x="45" y="18"/>
                    </a:cubicBezTo>
                    <a:cubicBezTo>
                      <a:pt x="42" y="18"/>
                      <a:pt x="39" y="21"/>
                      <a:pt x="37" y="28"/>
                    </a:cubicBezTo>
                    <a:cubicBezTo>
                      <a:pt x="36" y="29"/>
                      <a:pt x="36" y="29"/>
                      <a:pt x="36" y="29"/>
                    </a:cubicBezTo>
                    <a:cubicBezTo>
                      <a:pt x="34" y="33"/>
                      <a:pt x="33" y="37"/>
                      <a:pt x="32" y="39"/>
                    </a:cubicBezTo>
                    <a:cubicBezTo>
                      <a:pt x="31" y="40"/>
                      <a:pt x="30" y="42"/>
                      <a:pt x="29" y="43"/>
                    </a:cubicBezTo>
                    <a:cubicBezTo>
                      <a:pt x="27" y="44"/>
                      <a:pt x="26" y="45"/>
                      <a:pt x="24" y="46"/>
                    </a:cubicBezTo>
                    <a:cubicBezTo>
                      <a:pt x="22" y="47"/>
                      <a:pt x="20" y="47"/>
                      <a:pt x="18" y="47"/>
                    </a:cubicBezTo>
                    <a:cubicBezTo>
                      <a:pt x="13" y="47"/>
                      <a:pt x="9" y="46"/>
                      <a:pt x="6" y="42"/>
                    </a:cubicBezTo>
                    <a:cubicBezTo>
                      <a:pt x="2" y="38"/>
                      <a:pt x="1" y="34"/>
                      <a:pt x="1" y="28"/>
                    </a:cubicBezTo>
                    <a:cubicBezTo>
                      <a:pt x="1" y="25"/>
                      <a:pt x="1" y="21"/>
                      <a:pt x="2" y="17"/>
                    </a:cubicBezTo>
                    <a:cubicBezTo>
                      <a:pt x="3" y="14"/>
                      <a:pt x="4" y="12"/>
                      <a:pt x="4" y="12"/>
                    </a:cubicBezTo>
                    <a:cubicBezTo>
                      <a:pt x="4" y="11"/>
                      <a:pt x="3" y="10"/>
                      <a:pt x="3" y="9"/>
                    </a:cubicBezTo>
                    <a:cubicBezTo>
                      <a:pt x="2" y="9"/>
                      <a:pt x="1" y="9"/>
                      <a:pt x="0" y="9"/>
                    </a:cubicBezTo>
                    <a:cubicBezTo>
                      <a:pt x="0" y="6"/>
                      <a:pt x="0" y="6"/>
                      <a:pt x="0" y="6"/>
                    </a:cubicBezTo>
                    <a:close/>
                    <a:moveTo>
                      <a:pt x="18" y="88"/>
                    </a:moveTo>
                    <a:cubicBezTo>
                      <a:pt x="16" y="89"/>
                      <a:pt x="14" y="90"/>
                      <a:pt x="13" y="91"/>
                    </a:cubicBezTo>
                    <a:cubicBezTo>
                      <a:pt x="12" y="92"/>
                      <a:pt x="12" y="94"/>
                      <a:pt x="12" y="96"/>
                    </a:cubicBezTo>
                    <a:cubicBezTo>
                      <a:pt x="10" y="96"/>
                      <a:pt x="10" y="96"/>
                      <a:pt x="10" y="96"/>
                    </a:cubicBezTo>
                    <a:cubicBezTo>
                      <a:pt x="5" y="68"/>
                      <a:pt x="5" y="68"/>
                      <a:pt x="5" y="68"/>
                    </a:cubicBezTo>
                    <a:cubicBezTo>
                      <a:pt x="7" y="67"/>
                      <a:pt x="7" y="67"/>
                      <a:pt x="7" y="67"/>
                    </a:cubicBezTo>
                    <a:cubicBezTo>
                      <a:pt x="8" y="70"/>
                      <a:pt x="8" y="71"/>
                      <a:pt x="10" y="72"/>
                    </a:cubicBezTo>
                    <a:cubicBezTo>
                      <a:pt x="11" y="73"/>
                      <a:pt x="13" y="73"/>
                      <a:pt x="16" y="73"/>
                    </a:cubicBezTo>
                    <a:cubicBezTo>
                      <a:pt x="48" y="67"/>
                      <a:pt x="48" y="67"/>
                      <a:pt x="48" y="67"/>
                    </a:cubicBezTo>
                    <a:cubicBezTo>
                      <a:pt x="50" y="66"/>
                      <a:pt x="52" y="66"/>
                      <a:pt x="53" y="64"/>
                    </a:cubicBezTo>
                    <a:cubicBezTo>
                      <a:pt x="54" y="63"/>
                      <a:pt x="54" y="61"/>
                      <a:pt x="54" y="59"/>
                    </a:cubicBezTo>
                    <a:cubicBezTo>
                      <a:pt x="56" y="59"/>
                      <a:pt x="56" y="59"/>
                      <a:pt x="56" y="59"/>
                    </a:cubicBezTo>
                    <a:cubicBezTo>
                      <a:pt x="61" y="88"/>
                      <a:pt x="61" y="88"/>
                      <a:pt x="61" y="88"/>
                    </a:cubicBezTo>
                    <a:cubicBezTo>
                      <a:pt x="59" y="88"/>
                      <a:pt x="59" y="88"/>
                      <a:pt x="59" y="88"/>
                    </a:cubicBezTo>
                    <a:cubicBezTo>
                      <a:pt x="59" y="85"/>
                      <a:pt x="58" y="84"/>
                      <a:pt x="56" y="83"/>
                    </a:cubicBezTo>
                    <a:cubicBezTo>
                      <a:pt x="55" y="82"/>
                      <a:pt x="53" y="82"/>
                      <a:pt x="51" y="83"/>
                    </a:cubicBezTo>
                    <a:cubicBezTo>
                      <a:pt x="18" y="88"/>
                      <a:pt x="18" y="88"/>
                      <a:pt x="18" y="88"/>
                    </a:cubicBezTo>
                    <a:close/>
                    <a:moveTo>
                      <a:pt x="41" y="158"/>
                    </a:moveTo>
                    <a:cubicBezTo>
                      <a:pt x="37" y="157"/>
                      <a:pt x="33" y="155"/>
                      <a:pt x="30" y="152"/>
                    </a:cubicBezTo>
                    <a:cubicBezTo>
                      <a:pt x="27" y="149"/>
                      <a:pt x="24" y="145"/>
                      <a:pt x="23" y="141"/>
                    </a:cubicBezTo>
                    <a:cubicBezTo>
                      <a:pt x="22" y="137"/>
                      <a:pt x="21" y="134"/>
                      <a:pt x="22" y="131"/>
                    </a:cubicBezTo>
                    <a:cubicBezTo>
                      <a:pt x="22" y="128"/>
                      <a:pt x="23" y="125"/>
                      <a:pt x="24" y="122"/>
                    </a:cubicBezTo>
                    <a:cubicBezTo>
                      <a:pt x="26" y="118"/>
                      <a:pt x="28" y="116"/>
                      <a:pt x="31" y="113"/>
                    </a:cubicBezTo>
                    <a:cubicBezTo>
                      <a:pt x="34" y="111"/>
                      <a:pt x="37" y="109"/>
                      <a:pt x="41" y="108"/>
                    </a:cubicBezTo>
                    <a:cubicBezTo>
                      <a:pt x="49" y="105"/>
                      <a:pt x="55" y="106"/>
                      <a:pt x="62" y="109"/>
                    </a:cubicBezTo>
                    <a:cubicBezTo>
                      <a:pt x="68" y="112"/>
                      <a:pt x="72" y="117"/>
                      <a:pt x="75" y="125"/>
                    </a:cubicBezTo>
                    <a:cubicBezTo>
                      <a:pt x="76" y="128"/>
                      <a:pt x="76" y="131"/>
                      <a:pt x="76" y="135"/>
                    </a:cubicBezTo>
                    <a:cubicBezTo>
                      <a:pt x="76" y="138"/>
                      <a:pt x="76" y="140"/>
                      <a:pt x="76" y="140"/>
                    </a:cubicBezTo>
                    <a:cubicBezTo>
                      <a:pt x="76" y="141"/>
                      <a:pt x="77" y="141"/>
                      <a:pt x="77" y="141"/>
                    </a:cubicBezTo>
                    <a:cubicBezTo>
                      <a:pt x="78" y="142"/>
                      <a:pt x="79" y="142"/>
                      <a:pt x="80" y="142"/>
                    </a:cubicBezTo>
                    <a:cubicBezTo>
                      <a:pt x="80" y="144"/>
                      <a:pt x="80" y="144"/>
                      <a:pt x="80" y="144"/>
                    </a:cubicBezTo>
                    <a:cubicBezTo>
                      <a:pt x="65" y="149"/>
                      <a:pt x="65" y="149"/>
                      <a:pt x="65" y="149"/>
                    </a:cubicBezTo>
                    <a:cubicBezTo>
                      <a:pt x="64" y="147"/>
                      <a:pt x="64" y="147"/>
                      <a:pt x="64" y="147"/>
                    </a:cubicBezTo>
                    <a:cubicBezTo>
                      <a:pt x="68" y="145"/>
                      <a:pt x="70" y="142"/>
                      <a:pt x="72" y="139"/>
                    </a:cubicBezTo>
                    <a:cubicBezTo>
                      <a:pt x="73" y="137"/>
                      <a:pt x="73" y="133"/>
                      <a:pt x="72" y="130"/>
                    </a:cubicBezTo>
                    <a:cubicBezTo>
                      <a:pt x="71" y="126"/>
                      <a:pt x="68" y="123"/>
                      <a:pt x="64" y="122"/>
                    </a:cubicBezTo>
                    <a:cubicBezTo>
                      <a:pt x="59" y="121"/>
                      <a:pt x="54" y="122"/>
                      <a:pt x="47" y="124"/>
                    </a:cubicBezTo>
                    <a:cubicBezTo>
                      <a:pt x="40" y="126"/>
                      <a:pt x="34" y="129"/>
                      <a:pt x="31" y="132"/>
                    </a:cubicBezTo>
                    <a:cubicBezTo>
                      <a:pt x="28" y="136"/>
                      <a:pt x="27" y="140"/>
                      <a:pt x="29" y="144"/>
                    </a:cubicBezTo>
                    <a:cubicBezTo>
                      <a:pt x="30" y="146"/>
                      <a:pt x="31" y="149"/>
                      <a:pt x="34" y="151"/>
                    </a:cubicBezTo>
                    <a:cubicBezTo>
                      <a:pt x="36" y="153"/>
                      <a:pt x="39" y="154"/>
                      <a:pt x="42" y="155"/>
                    </a:cubicBezTo>
                    <a:cubicBezTo>
                      <a:pt x="41" y="158"/>
                      <a:pt x="41" y="158"/>
                      <a:pt x="41" y="158"/>
                    </a:cubicBezTo>
                    <a:close/>
                    <a:moveTo>
                      <a:pt x="60" y="193"/>
                    </a:moveTo>
                    <a:cubicBezTo>
                      <a:pt x="73" y="185"/>
                      <a:pt x="73" y="185"/>
                      <a:pt x="73" y="185"/>
                    </a:cubicBezTo>
                    <a:cubicBezTo>
                      <a:pt x="81" y="198"/>
                      <a:pt x="81" y="198"/>
                      <a:pt x="81" y="198"/>
                    </a:cubicBezTo>
                    <a:cubicBezTo>
                      <a:pt x="68" y="207"/>
                      <a:pt x="68" y="207"/>
                      <a:pt x="68" y="207"/>
                    </a:cubicBezTo>
                    <a:cubicBezTo>
                      <a:pt x="66" y="208"/>
                      <a:pt x="64" y="208"/>
                      <a:pt x="63" y="208"/>
                    </a:cubicBezTo>
                    <a:cubicBezTo>
                      <a:pt x="61" y="208"/>
                      <a:pt x="60" y="207"/>
                      <a:pt x="59" y="205"/>
                    </a:cubicBezTo>
                    <a:cubicBezTo>
                      <a:pt x="57" y="206"/>
                      <a:pt x="57" y="206"/>
                      <a:pt x="57" y="206"/>
                    </a:cubicBezTo>
                    <a:cubicBezTo>
                      <a:pt x="72" y="231"/>
                      <a:pt x="72" y="231"/>
                      <a:pt x="72" y="231"/>
                    </a:cubicBezTo>
                    <a:cubicBezTo>
                      <a:pt x="74" y="230"/>
                      <a:pt x="74" y="230"/>
                      <a:pt x="74" y="230"/>
                    </a:cubicBezTo>
                    <a:cubicBezTo>
                      <a:pt x="73" y="228"/>
                      <a:pt x="72" y="226"/>
                      <a:pt x="73" y="224"/>
                    </a:cubicBezTo>
                    <a:cubicBezTo>
                      <a:pt x="73" y="223"/>
                      <a:pt x="75" y="222"/>
                      <a:pt x="77" y="220"/>
                    </a:cubicBezTo>
                    <a:cubicBezTo>
                      <a:pt x="105" y="203"/>
                      <a:pt x="105" y="203"/>
                      <a:pt x="105" y="203"/>
                    </a:cubicBezTo>
                    <a:cubicBezTo>
                      <a:pt x="107" y="201"/>
                      <a:pt x="109" y="201"/>
                      <a:pt x="110" y="201"/>
                    </a:cubicBezTo>
                    <a:cubicBezTo>
                      <a:pt x="112" y="201"/>
                      <a:pt x="113" y="202"/>
                      <a:pt x="114" y="204"/>
                    </a:cubicBezTo>
                    <a:cubicBezTo>
                      <a:pt x="116" y="203"/>
                      <a:pt x="116" y="203"/>
                      <a:pt x="116" y="203"/>
                    </a:cubicBezTo>
                    <a:cubicBezTo>
                      <a:pt x="101" y="179"/>
                      <a:pt x="101" y="179"/>
                      <a:pt x="101" y="179"/>
                    </a:cubicBezTo>
                    <a:cubicBezTo>
                      <a:pt x="99" y="180"/>
                      <a:pt x="99" y="180"/>
                      <a:pt x="99" y="180"/>
                    </a:cubicBezTo>
                    <a:cubicBezTo>
                      <a:pt x="100" y="182"/>
                      <a:pt x="101" y="183"/>
                      <a:pt x="100" y="185"/>
                    </a:cubicBezTo>
                    <a:cubicBezTo>
                      <a:pt x="100" y="186"/>
                      <a:pt x="98" y="188"/>
                      <a:pt x="96" y="189"/>
                    </a:cubicBezTo>
                    <a:cubicBezTo>
                      <a:pt x="85" y="196"/>
                      <a:pt x="85" y="196"/>
                      <a:pt x="85" y="196"/>
                    </a:cubicBezTo>
                    <a:cubicBezTo>
                      <a:pt x="76" y="183"/>
                      <a:pt x="76" y="183"/>
                      <a:pt x="76" y="183"/>
                    </a:cubicBezTo>
                    <a:cubicBezTo>
                      <a:pt x="88" y="176"/>
                      <a:pt x="88" y="176"/>
                      <a:pt x="88" y="176"/>
                    </a:cubicBezTo>
                    <a:cubicBezTo>
                      <a:pt x="90" y="174"/>
                      <a:pt x="92" y="174"/>
                      <a:pt x="93" y="174"/>
                    </a:cubicBezTo>
                    <a:cubicBezTo>
                      <a:pt x="95" y="174"/>
                      <a:pt x="96" y="175"/>
                      <a:pt x="98" y="177"/>
                    </a:cubicBezTo>
                    <a:cubicBezTo>
                      <a:pt x="99" y="176"/>
                      <a:pt x="99" y="176"/>
                      <a:pt x="99" y="176"/>
                    </a:cubicBezTo>
                    <a:cubicBezTo>
                      <a:pt x="84" y="152"/>
                      <a:pt x="84" y="152"/>
                      <a:pt x="84" y="152"/>
                    </a:cubicBezTo>
                    <a:cubicBezTo>
                      <a:pt x="82" y="153"/>
                      <a:pt x="82" y="153"/>
                      <a:pt x="82" y="153"/>
                    </a:cubicBezTo>
                    <a:cubicBezTo>
                      <a:pt x="83" y="155"/>
                      <a:pt x="84" y="157"/>
                      <a:pt x="83" y="158"/>
                    </a:cubicBezTo>
                    <a:cubicBezTo>
                      <a:pt x="83" y="159"/>
                      <a:pt x="82" y="161"/>
                      <a:pt x="79" y="162"/>
                    </a:cubicBezTo>
                    <a:cubicBezTo>
                      <a:pt x="52" y="180"/>
                      <a:pt x="52" y="180"/>
                      <a:pt x="52" y="180"/>
                    </a:cubicBezTo>
                    <a:cubicBezTo>
                      <a:pt x="49" y="181"/>
                      <a:pt x="47" y="182"/>
                      <a:pt x="46" y="181"/>
                    </a:cubicBezTo>
                    <a:cubicBezTo>
                      <a:pt x="44" y="181"/>
                      <a:pt x="43" y="180"/>
                      <a:pt x="42" y="178"/>
                    </a:cubicBezTo>
                    <a:cubicBezTo>
                      <a:pt x="40" y="179"/>
                      <a:pt x="40" y="179"/>
                      <a:pt x="40" y="179"/>
                    </a:cubicBezTo>
                    <a:cubicBezTo>
                      <a:pt x="56" y="204"/>
                      <a:pt x="56" y="204"/>
                      <a:pt x="56" y="204"/>
                    </a:cubicBezTo>
                    <a:cubicBezTo>
                      <a:pt x="57" y="203"/>
                      <a:pt x="57" y="203"/>
                      <a:pt x="57" y="203"/>
                    </a:cubicBezTo>
                    <a:cubicBezTo>
                      <a:pt x="56" y="201"/>
                      <a:pt x="56" y="199"/>
                      <a:pt x="56" y="197"/>
                    </a:cubicBezTo>
                    <a:cubicBezTo>
                      <a:pt x="56" y="196"/>
                      <a:pt x="58" y="195"/>
                      <a:pt x="60" y="193"/>
                    </a:cubicBezTo>
                    <a:cubicBezTo>
                      <a:pt x="60" y="193"/>
                      <a:pt x="60" y="193"/>
                      <a:pt x="60" y="193"/>
                    </a:cubicBezTo>
                    <a:close/>
                    <a:moveTo>
                      <a:pt x="129" y="265"/>
                    </a:moveTo>
                    <a:cubicBezTo>
                      <a:pt x="146" y="249"/>
                      <a:pt x="146" y="249"/>
                      <a:pt x="146" y="249"/>
                    </a:cubicBezTo>
                    <a:cubicBezTo>
                      <a:pt x="148" y="247"/>
                      <a:pt x="149" y="245"/>
                      <a:pt x="149" y="244"/>
                    </a:cubicBezTo>
                    <a:cubicBezTo>
                      <a:pt x="150" y="242"/>
                      <a:pt x="149" y="241"/>
                      <a:pt x="147" y="239"/>
                    </a:cubicBezTo>
                    <a:cubicBezTo>
                      <a:pt x="149" y="238"/>
                      <a:pt x="149" y="238"/>
                      <a:pt x="149" y="238"/>
                    </a:cubicBezTo>
                    <a:cubicBezTo>
                      <a:pt x="160" y="250"/>
                      <a:pt x="160" y="250"/>
                      <a:pt x="160" y="250"/>
                    </a:cubicBezTo>
                    <a:cubicBezTo>
                      <a:pt x="159" y="251"/>
                      <a:pt x="159" y="251"/>
                      <a:pt x="159" y="251"/>
                    </a:cubicBezTo>
                    <a:cubicBezTo>
                      <a:pt x="157" y="249"/>
                      <a:pt x="155" y="248"/>
                      <a:pt x="154" y="248"/>
                    </a:cubicBezTo>
                    <a:cubicBezTo>
                      <a:pt x="152" y="248"/>
                      <a:pt x="151" y="249"/>
                      <a:pt x="149" y="251"/>
                    </a:cubicBezTo>
                    <a:cubicBezTo>
                      <a:pt x="132" y="267"/>
                      <a:pt x="132" y="267"/>
                      <a:pt x="132" y="267"/>
                    </a:cubicBezTo>
                    <a:cubicBezTo>
                      <a:pt x="129" y="270"/>
                      <a:pt x="127" y="271"/>
                      <a:pt x="125" y="272"/>
                    </a:cubicBezTo>
                    <a:cubicBezTo>
                      <a:pt x="123" y="273"/>
                      <a:pt x="121" y="274"/>
                      <a:pt x="119" y="274"/>
                    </a:cubicBezTo>
                    <a:cubicBezTo>
                      <a:pt x="116" y="274"/>
                      <a:pt x="114" y="273"/>
                      <a:pt x="111" y="272"/>
                    </a:cubicBezTo>
                    <a:cubicBezTo>
                      <a:pt x="108" y="270"/>
                      <a:pt x="105" y="268"/>
                      <a:pt x="103" y="265"/>
                    </a:cubicBezTo>
                    <a:cubicBezTo>
                      <a:pt x="98" y="260"/>
                      <a:pt x="96" y="256"/>
                      <a:pt x="96" y="251"/>
                    </a:cubicBezTo>
                    <a:cubicBezTo>
                      <a:pt x="96" y="246"/>
                      <a:pt x="98" y="242"/>
                      <a:pt x="103" y="238"/>
                    </a:cubicBezTo>
                    <a:cubicBezTo>
                      <a:pt x="121" y="221"/>
                      <a:pt x="121" y="221"/>
                      <a:pt x="121" y="221"/>
                    </a:cubicBezTo>
                    <a:cubicBezTo>
                      <a:pt x="122" y="219"/>
                      <a:pt x="123" y="217"/>
                      <a:pt x="124" y="216"/>
                    </a:cubicBezTo>
                    <a:cubicBezTo>
                      <a:pt x="124" y="215"/>
                      <a:pt x="123" y="213"/>
                      <a:pt x="121" y="211"/>
                    </a:cubicBezTo>
                    <a:cubicBezTo>
                      <a:pt x="123" y="210"/>
                      <a:pt x="123" y="210"/>
                      <a:pt x="123" y="210"/>
                    </a:cubicBezTo>
                    <a:cubicBezTo>
                      <a:pt x="143" y="231"/>
                      <a:pt x="143" y="231"/>
                      <a:pt x="143" y="231"/>
                    </a:cubicBezTo>
                    <a:cubicBezTo>
                      <a:pt x="141" y="232"/>
                      <a:pt x="141" y="232"/>
                      <a:pt x="141" y="232"/>
                    </a:cubicBezTo>
                    <a:cubicBezTo>
                      <a:pt x="140" y="231"/>
                      <a:pt x="138" y="230"/>
                      <a:pt x="137" y="230"/>
                    </a:cubicBezTo>
                    <a:cubicBezTo>
                      <a:pt x="135" y="230"/>
                      <a:pt x="133" y="231"/>
                      <a:pt x="131" y="233"/>
                    </a:cubicBezTo>
                    <a:cubicBezTo>
                      <a:pt x="111" y="252"/>
                      <a:pt x="111" y="252"/>
                      <a:pt x="111" y="252"/>
                    </a:cubicBezTo>
                    <a:cubicBezTo>
                      <a:pt x="108" y="254"/>
                      <a:pt x="106" y="257"/>
                      <a:pt x="106" y="259"/>
                    </a:cubicBezTo>
                    <a:cubicBezTo>
                      <a:pt x="106" y="262"/>
                      <a:pt x="107" y="264"/>
                      <a:pt x="109" y="267"/>
                    </a:cubicBezTo>
                    <a:cubicBezTo>
                      <a:pt x="112" y="270"/>
                      <a:pt x="115" y="271"/>
                      <a:pt x="118" y="271"/>
                    </a:cubicBezTo>
                    <a:cubicBezTo>
                      <a:pt x="122" y="270"/>
                      <a:pt x="125" y="268"/>
                      <a:pt x="129" y="265"/>
                    </a:cubicBezTo>
                    <a:cubicBezTo>
                      <a:pt x="129" y="265"/>
                      <a:pt x="129" y="265"/>
                      <a:pt x="129" y="265"/>
                    </a:cubicBezTo>
                    <a:close/>
                    <a:moveTo>
                      <a:pt x="146" y="291"/>
                    </a:moveTo>
                    <a:cubicBezTo>
                      <a:pt x="153" y="287"/>
                      <a:pt x="153" y="287"/>
                      <a:pt x="153" y="287"/>
                    </a:cubicBezTo>
                    <a:cubicBezTo>
                      <a:pt x="164" y="295"/>
                      <a:pt x="164" y="295"/>
                      <a:pt x="164" y="295"/>
                    </a:cubicBezTo>
                    <a:cubicBezTo>
                      <a:pt x="161" y="304"/>
                      <a:pt x="161" y="304"/>
                      <a:pt x="161" y="304"/>
                    </a:cubicBezTo>
                    <a:cubicBezTo>
                      <a:pt x="161" y="305"/>
                      <a:pt x="161" y="305"/>
                      <a:pt x="160" y="305"/>
                    </a:cubicBezTo>
                    <a:cubicBezTo>
                      <a:pt x="160" y="306"/>
                      <a:pt x="160" y="306"/>
                      <a:pt x="160" y="306"/>
                    </a:cubicBezTo>
                    <a:cubicBezTo>
                      <a:pt x="159" y="307"/>
                      <a:pt x="158" y="308"/>
                      <a:pt x="158" y="308"/>
                    </a:cubicBezTo>
                    <a:cubicBezTo>
                      <a:pt x="157" y="307"/>
                      <a:pt x="155" y="307"/>
                      <a:pt x="153" y="305"/>
                    </a:cubicBezTo>
                    <a:cubicBezTo>
                      <a:pt x="152" y="307"/>
                      <a:pt x="152" y="307"/>
                      <a:pt x="152" y="307"/>
                    </a:cubicBezTo>
                    <a:cubicBezTo>
                      <a:pt x="174" y="322"/>
                      <a:pt x="174" y="322"/>
                      <a:pt x="174" y="322"/>
                    </a:cubicBezTo>
                    <a:cubicBezTo>
                      <a:pt x="175" y="321"/>
                      <a:pt x="175" y="321"/>
                      <a:pt x="175" y="321"/>
                    </a:cubicBezTo>
                    <a:cubicBezTo>
                      <a:pt x="174" y="320"/>
                      <a:pt x="174" y="320"/>
                      <a:pt x="173" y="319"/>
                    </a:cubicBezTo>
                    <a:cubicBezTo>
                      <a:pt x="173" y="318"/>
                      <a:pt x="173" y="316"/>
                      <a:pt x="174" y="315"/>
                    </a:cubicBezTo>
                    <a:cubicBezTo>
                      <a:pt x="186" y="268"/>
                      <a:pt x="186" y="268"/>
                      <a:pt x="186" y="268"/>
                    </a:cubicBezTo>
                    <a:cubicBezTo>
                      <a:pt x="181" y="264"/>
                      <a:pt x="181" y="264"/>
                      <a:pt x="181" y="264"/>
                    </a:cubicBezTo>
                    <a:cubicBezTo>
                      <a:pt x="141" y="290"/>
                      <a:pt x="141" y="290"/>
                      <a:pt x="141" y="290"/>
                    </a:cubicBezTo>
                    <a:cubicBezTo>
                      <a:pt x="139" y="291"/>
                      <a:pt x="138" y="291"/>
                      <a:pt x="137" y="292"/>
                    </a:cubicBezTo>
                    <a:cubicBezTo>
                      <a:pt x="135" y="292"/>
                      <a:pt x="134" y="291"/>
                      <a:pt x="133" y="291"/>
                    </a:cubicBezTo>
                    <a:cubicBezTo>
                      <a:pt x="132" y="292"/>
                      <a:pt x="132" y="292"/>
                      <a:pt x="132" y="292"/>
                    </a:cubicBezTo>
                    <a:cubicBezTo>
                      <a:pt x="145" y="301"/>
                      <a:pt x="145" y="301"/>
                      <a:pt x="145" y="301"/>
                    </a:cubicBezTo>
                    <a:cubicBezTo>
                      <a:pt x="146" y="300"/>
                      <a:pt x="146" y="300"/>
                      <a:pt x="146" y="300"/>
                    </a:cubicBezTo>
                    <a:cubicBezTo>
                      <a:pt x="145" y="299"/>
                      <a:pt x="145" y="299"/>
                      <a:pt x="145" y="299"/>
                    </a:cubicBezTo>
                    <a:cubicBezTo>
                      <a:pt x="144" y="298"/>
                      <a:pt x="143" y="297"/>
                      <a:pt x="143" y="296"/>
                    </a:cubicBezTo>
                    <a:cubicBezTo>
                      <a:pt x="142" y="295"/>
                      <a:pt x="143" y="294"/>
                      <a:pt x="143" y="293"/>
                    </a:cubicBezTo>
                    <a:cubicBezTo>
                      <a:pt x="144" y="293"/>
                      <a:pt x="144" y="293"/>
                      <a:pt x="144" y="292"/>
                    </a:cubicBezTo>
                    <a:cubicBezTo>
                      <a:pt x="145" y="292"/>
                      <a:pt x="145" y="292"/>
                      <a:pt x="146" y="291"/>
                    </a:cubicBezTo>
                    <a:cubicBezTo>
                      <a:pt x="146" y="291"/>
                      <a:pt x="146" y="291"/>
                      <a:pt x="146" y="291"/>
                    </a:cubicBezTo>
                    <a:close/>
                    <a:moveTo>
                      <a:pt x="156" y="285"/>
                    </a:moveTo>
                    <a:cubicBezTo>
                      <a:pt x="169" y="276"/>
                      <a:pt x="169" y="276"/>
                      <a:pt x="169" y="276"/>
                    </a:cubicBezTo>
                    <a:cubicBezTo>
                      <a:pt x="164" y="291"/>
                      <a:pt x="164" y="291"/>
                      <a:pt x="164" y="291"/>
                    </a:cubicBezTo>
                    <a:cubicBezTo>
                      <a:pt x="156" y="285"/>
                      <a:pt x="156" y="285"/>
                      <a:pt x="156" y="285"/>
                    </a:cubicBezTo>
                    <a:close/>
                    <a:moveTo>
                      <a:pt x="213" y="294"/>
                    </a:moveTo>
                    <a:cubicBezTo>
                      <a:pt x="214" y="292"/>
                      <a:pt x="214" y="290"/>
                      <a:pt x="214" y="288"/>
                    </a:cubicBezTo>
                    <a:cubicBezTo>
                      <a:pt x="213" y="287"/>
                      <a:pt x="212" y="286"/>
                      <a:pt x="210" y="285"/>
                    </a:cubicBezTo>
                    <a:cubicBezTo>
                      <a:pt x="211" y="283"/>
                      <a:pt x="211" y="283"/>
                      <a:pt x="211" y="283"/>
                    </a:cubicBezTo>
                    <a:cubicBezTo>
                      <a:pt x="230" y="292"/>
                      <a:pt x="230" y="292"/>
                      <a:pt x="230" y="292"/>
                    </a:cubicBezTo>
                    <a:cubicBezTo>
                      <a:pt x="239" y="329"/>
                      <a:pt x="239" y="329"/>
                      <a:pt x="239" y="329"/>
                    </a:cubicBezTo>
                    <a:cubicBezTo>
                      <a:pt x="248" y="311"/>
                      <a:pt x="248" y="311"/>
                      <a:pt x="248" y="311"/>
                    </a:cubicBezTo>
                    <a:cubicBezTo>
                      <a:pt x="249" y="308"/>
                      <a:pt x="250" y="306"/>
                      <a:pt x="249" y="305"/>
                    </a:cubicBezTo>
                    <a:cubicBezTo>
                      <a:pt x="249" y="304"/>
                      <a:pt x="248" y="302"/>
                      <a:pt x="245" y="301"/>
                    </a:cubicBezTo>
                    <a:cubicBezTo>
                      <a:pt x="246" y="299"/>
                      <a:pt x="246" y="299"/>
                      <a:pt x="246" y="299"/>
                    </a:cubicBezTo>
                    <a:cubicBezTo>
                      <a:pt x="261" y="306"/>
                      <a:pt x="261" y="306"/>
                      <a:pt x="261" y="306"/>
                    </a:cubicBezTo>
                    <a:cubicBezTo>
                      <a:pt x="260" y="308"/>
                      <a:pt x="260" y="308"/>
                      <a:pt x="260" y="308"/>
                    </a:cubicBezTo>
                    <a:cubicBezTo>
                      <a:pt x="258" y="307"/>
                      <a:pt x="256" y="307"/>
                      <a:pt x="255" y="308"/>
                    </a:cubicBezTo>
                    <a:cubicBezTo>
                      <a:pt x="254" y="308"/>
                      <a:pt x="252" y="310"/>
                      <a:pt x="251" y="312"/>
                    </a:cubicBezTo>
                    <a:cubicBezTo>
                      <a:pt x="234" y="350"/>
                      <a:pt x="234" y="350"/>
                      <a:pt x="234" y="350"/>
                    </a:cubicBezTo>
                    <a:cubicBezTo>
                      <a:pt x="228" y="348"/>
                      <a:pt x="228" y="348"/>
                      <a:pt x="228" y="348"/>
                    </a:cubicBezTo>
                    <a:cubicBezTo>
                      <a:pt x="215" y="297"/>
                      <a:pt x="215" y="297"/>
                      <a:pt x="215" y="297"/>
                    </a:cubicBezTo>
                    <a:cubicBezTo>
                      <a:pt x="202" y="325"/>
                      <a:pt x="202" y="325"/>
                      <a:pt x="202" y="325"/>
                    </a:cubicBezTo>
                    <a:cubicBezTo>
                      <a:pt x="201" y="328"/>
                      <a:pt x="200" y="330"/>
                      <a:pt x="201" y="331"/>
                    </a:cubicBezTo>
                    <a:cubicBezTo>
                      <a:pt x="201" y="332"/>
                      <a:pt x="203" y="334"/>
                      <a:pt x="205" y="335"/>
                    </a:cubicBezTo>
                    <a:cubicBezTo>
                      <a:pt x="204" y="337"/>
                      <a:pt x="204" y="337"/>
                      <a:pt x="204" y="337"/>
                    </a:cubicBezTo>
                    <a:cubicBezTo>
                      <a:pt x="189" y="329"/>
                      <a:pt x="189" y="329"/>
                      <a:pt x="189" y="329"/>
                    </a:cubicBezTo>
                    <a:cubicBezTo>
                      <a:pt x="190" y="328"/>
                      <a:pt x="190" y="328"/>
                      <a:pt x="190" y="328"/>
                    </a:cubicBezTo>
                    <a:cubicBezTo>
                      <a:pt x="192" y="329"/>
                      <a:pt x="194" y="329"/>
                      <a:pt x="195" y="328"/>
                    </a:cubicBezTo>
                    <a:cubicBezTo>
                      <a:pt x="196" y="328"/>
                      <a:pt x="198" y="326"/>
                      <a:pt x="199" y="324"/>
                    </a:cubicBezTo>
                    <a:cubicBezTo>
                      <a:pt x="213" y="294"/>
                      <a:pt x="213" y="294"/>
                      <a:pt x="213" y="294"/>
                    </a:cubicBezTo>
                    <a:close/>
                    <a:moveTo>
                      <a:pt x="340" y="352"/>
                    </a:moveTo>
                    <a:cubicBezTo>
                      <a:pt x="342" y="329"/>
                      <a:pt x="342" y="329"/>
                      <a:pt x="342" y="329"/>
                    </a:cubicBezTo>
                    <a:cubicBezTo>
                      <a:pt x="342" y="326"/>
                      <a:pt x="342" y="324"/>
                      <a:pt x="341" y="323"/>
                    </a:cubicBezTo>
                    <a:cubicBezTo>
                      <a:pt x="340" y="322"/>
                      <a:pt x="339" y="321"/>
                      <a:pt x="336" y="321"/>
                    </a:cubicBezTo>
                    <a:cubicBezTo>
                      <a:pt x="337" y="319"/>
                      <a:pt x="337" y="319"/>
                      <a:pt x="337" y="319"/>
                    </a:cubicBezTo>
                    <a:cubicBezTo>
                      <a:pt x="353" y="320"/>
                      <a:pt x="353" y="320"/>
                      <a:pt x="353" y="320"/>
                    </a:cubicBezTo>
                    <a:cubicBezTo>
                      <a:pt x="353" y="322"/>
                      <a:pt x="353" y="322"/>
                      <a:pt x="353" y="322"/>
                    </a:cubicBezTo>
                    <a:cubicBezTo>
                      <a:pt x="351" y="322"/>
                      <a:pt x="349" y="323"/>
                      <a:pt x="348" y="324"/>
                    </a:cubicBezTo>
                    <a:cubicBezTo>
                      <a:pt x="347" y="325"/>
                      <a:pt x="346" y="327"/>
                      <a:pt x="346" y="329"/>
                    </a:cubicBezTo>
                    <a:cubicBezTo>
                      <a:pt x="344" y="352"/>
                      <a:pt x="344" y="352"/>
                      <a:pt x="344" y="352"/>
                    </a:cubicBezTo>
                    <a:cubicBezTo>
                      <a:pt x="343" y="356"/>
                      <a:pt x="343" y="359"/>
                      <a:pt x="342" y="361"/>
                    </a:cubicBezTo>
                    <a:cubicBezTo>
                      <a:pt x="341" y="363"/>
                      <a:pt x="340" y="364"/>
                      <a:pt x="339" y="366"/>
                    </a:cubicBezTo>
                    <a:cubicBezTo>
                      <a:pt x="337" y="368"/>
                      <a:pt x="334" y="369"/>
                      <a:pt x="331" y="370"/>
                    </a:cubicBezTo>
                    <a:cubicBezTo>
                      <a:pt x="328" y="371"/>
                      <a:pt x="325" y="371"/>
                      <a:pt x="321" y="371"/>
                    </a:cubicBezTo>
                    <a:cubicBezTo>
                      <a:pt x="314" y="370"/>
                      <a:pt x="309" y="368"/>
                      <a:pt x="306" y="365"/>
                    </a:cubicBezTo>
                    <a:cubicBezTo>
                      <a:pt x="303" y="361"/>
                      <a:pt x="302" y="356"/>
                      <a:pt x="302" y="350"/>
                    </a:cubicBezTo>
                    <a:cubicBezTo>
                      <a:pt x="304" y="326"/>
                      <a:pt x="304" y="326"/>
                      <a:pt x="304" y="326"/>
                    </a:cubicBezTo>
                    <a:cubicBezTo>
                      <a:pt x="305" y="323"/>
                      <a:pt x="304" y="321"/>
                      <a:pt x="303" y="320"/>
                    </a:cubicBezTo>
                    <a:cubicBezTo>
                      <a:pt x="303" y="319"/>
                      <a:pt x="301" y="318"/>
                      <a:pt x="299" y="318"/>
                    </a:cubicBezTo>
                    <a:cubicBezTo>
                      <a:pt x="299" y="316"/>
                      <a:pt x="299" y="316"/>
                      <a:pt x="299" y="316"/>
                    </a:cubicBezTo>
                    <a:cubicBezTo>
                      <a:pt x="328" y="318"/>
                      <a:pt x="328" y="318"/>
                      <a:pt x="328" y="318"/>
                    </a:cubicBezTo>
                    <a:cubicBezTo>
                      <a:pt x="328" y="320"/>
                      <a:pt x="328" y="320"/>
                      <a:pt x="328" y="320"/>
                    </a:cubicBezTo>
                    <a:cubicBezTo>
                      <a:pt x="325" y="320"/>
                      <a:pt x="323" y="321"/>
                      <a:pt x="322" y="322"/>
                    </a:cubicBezTo>
                    <a:cubicBezTo>
                      <a:pt x="321" y="323"/>
                      <a:pt x="321" y="324"/>
                      <a:pt x="320" y="327"/>
                    </a:cubicBezTo>
                    <a:cubicBezTo>
                      <a:pt x="318" y="355"/>
                      <a:pt x="318" y="355"/>
                      <a:pt x="318" y="355"/>
                    </a:cubicBezTo>
                    <a:cubicBezTo>
                      <a:pt x="318" y="359"/>
                      <a:pt x="318" y="362"/>
                      <a:pt x="320" y="364"/>
                    </a:cubicBezTo>
                    <a:cubicBezTo>
                      <a:pt x="321" y="366"/>
                      <a:pt x="323" y="367"/>
                      <a:pt x="327" y="367"/>
                    </a:cubicBezTo>
                    <a:cubicBezTo>
                      <a:pt x="331" y="367"/>
                      <a:pt x="334" y="366"/>
                      <a:pt x="336" y="364"/>
                    </a:cubicBezTo>
                    <a:cubicBezTo>
                      <a:pt x="338" y="361"/>
                      <a:pt x="340" y="358"/>
                      <a:pt x="340" y="352"/>
                    </a:cubicBezTo>
                    <a:cubicBezTo>
                      <a:pt x="340" y="352"/>
                      <a:pt x="340" y="352"/>
                      <a:pt x="340" y="352"/>
                    </a:cubicBezTo>
                    <a:close/>
                    <a:moveTo>
                      <a:pt x="368" y="329"/>
                    </a:moveTo>
                    <a:cubicBezTo>
                      <a:pt x="368" y="327"/>
                      <a:pt x="367" y="325"/>
                      <a:pt x="366" y="324"/>
                    </a:cubicBezTo>
                    <a:cubicBezTo>
                      <a:pt x="365" y="323"/>
                      <a:pt x="363" y="323"/>
                      <a:pt x="361" y="323"/>
                    </a:cubicBezTo>
                    <a:cubicBezTo>
                      <a:pt x="360" y="321"/>
                      <a:pt x="360" y="321"/>
                      <a:pt x="360" y="321"/>
                    </a:cubicBezTo>
                    <a:cubicBezTo>
                      <a:pt x="382" y="318"/>
                      <a:pt x="382" y="318"/>
                      <a:pt x="382" y="318"/>
                    </a:cubicBezTo>
                    <a:cubicBezTo>
                      <a:pt x="410" y="344"/>
                      <a:pt x="410" y="344"/>
                      <a:pt x="410" y="344"/>
                    </a:cubicBezTo>
                    <a:cubicBezTo>
                      <a:pt x="407" y="324"/>
                      <a:pt x="407" y="324"/>
                      <a:pt x="407" y="324"/>
                    </a:cubicBezTo>
                    <a:cubicBezTo>
                      <a:pt x="407" y="321"/>
                      <a:pt x="406" y="320"/>
                      <a:pt x="405" y="319"/>
                    </a:cubicBezTo>
                    <a:cubicBezTo>
                      <a:pt x="404" y="318"/>
                      <a:pt x="402" y="317"/>
                      <a:pt x="400" y="317"/>
                    </a:cubicBezTo>
                    <a:cubicBezTo>
                      <a:pt x="399" y="316"/>
                      <a:pt x="399" y="316"/>
                      <a:pt x="399" y="316"/>
                    </a:cubicBezTo>
                    <a:cubicBezTo>
                      <a:pt x="416" y="313"/>
                      <a:pt x="416" y="313"/>
                      <a:pt x="416" y="313"/>
                    </a:cubicBezTo>
                    <a:cubicBezTo>
                      <a:pt x="416" y="315"/>
                      <a:pt x="416" y="315"/>
                      <a:pt x="416" y="315"/>
                    </a:cubicBezTo>
                    <a:cubicBezTo>
                      <a:pt x="414" y="316"/>
                      <a:pt x="412" y="316"/>
                      <a:pt x="411" y="318"/>
                    </a:cubicBezTo>
                    <a:cubicBezTo>
                      <a:pt x="410" y="319"/>
                      <a:pt x="410" y="321"/>
                      <a:pt x="411" y="323"/>
                    </a:cubicBezTo>
                    <a:cubicBezTo>
                      <a:pt x="416" y="365"/>
                      <a:pt x="416" y="365"/>
                      <a:pt x="416" y="365"/>
                    </a:cubicBezTo>
                    <a:cubicBezTo>
                      <a:pt x="411" y="366"/>
                      <a:pt x="411" y="366"/>
                      <a:pt x="411" y="366"/>
                    </a:cubicBezTo>
                    <a:cubicBezTo>
                      <a:pt x="372" y="330"/>
                      <a:pt x="372" y="330"/>
                      <a:pt x="372" y="330"/>
                    </a:cubicBezTo>
                    <a:cubicBezTo>
                      <a:pt x="376" y="361"/>
                      <a:pt x="376" y="361"/>
                      <a:pt x="376" y="361"/>
                    </a:cubicBezTo>
                    <a:cubicBezTo>
                      <a:pt x="377" y="364"/>
                      <a:pt x="377" y="366"/>
                      <a:pt x="379" y="367"/>
                    </a:cubicBezTo>
                    <a:cubicBezTo>
                      <a:pt x="380" y="368"/>
                      <a:pt x="381" y="368"/>
                      <a:pt x="384" y="368"/>
                    </a:cubicBezTo>
                    <a:cubicBezTo>
                      <a:pt x="384" y="370"/>
                      <a:pt x="384" y="370"/>
                      <a:pt x="384" y="370"/>
                    </a:cubicBezTo>
                    <a:cubicBezTo>
                      <a:pt x="368" y="372"/>
                      <a:pt x="368" y="372"/>
                      <a:pt x="368" y="372"/>
                    </a:cubicBezTo>
                    <a:cubicBezTo>
                      <a:pt x="367" y="370"/>
                      <a:pt x="367" y="370"/>
                      <a:pt x="367" y="370"/>
                    </a:cubicBezTo>
                    <a:cubicBezTo>
                      <a:pt x="370" y="370"/>
                      <a:pt x="371" y="369"/>
                      <a:pt x="372" y="368"/>
                    </a:cubicBezTo>
                    <a:cubicBezTo>
                      <a:pt x="373" y="366"/>
                      <a:pt x="373" y="364"/>
                      <a:pt x="373" y="362"/>
                    </a:cubicBezTo>
                    <a:cubicBezTo>
                      <a:pt x="368" y="329"/>
                      <a:pt x="368" y="329"/>
                      <a:pt x="368" y="329"/>
                    </a:cubicBezTo>
                    <a:close/>
                    <a:moveTo>
                      <a:pt x="461" y="345"/>
                    </a:moveTo>
                    <a:cubicBezTo>
                      <a:pt x="462" y="348"/>
                      <a:pt x="463" y="349"/>
                      <a:pt x="464" y="350"/>
                    </a:cubicBezTo>
                    <a:cubicBezTo>
                      <a:pt x="465" y="351"/>
                      <a:pt x="467" y="351"/>
                      <a:pt x="469" y="351"/>
                    </a:cubicBezTo>
                    <a:cubicBezTo>
                      <a:pt x="470" y="352"/>
                      <a:pt x="470" y="352"/>
                      <a:pt x="470" y="352"/>
                    </a:cubicBezTo>
                    <a:cubicBezTo>
                      <a:pt x="442" y="360"/>
                      <a:pt x="442" y="360"/>
                      <a:pt x="442" y="360"/>
                    </a:cubicBezTo>
                    <a:cubicBezTo>
                      <a:pt x="441" y="359"/>
                      <a:pt x="441" y="359"/>
                      <a:pt x="441" y="359"/>
                    </a:cubicBezTo>
                    <a:cubicBezTo>
                      <a:pt x="444" y="358"/>
                      <a:pt x="445" y="357"/>
                      <a:pt x="446" y="355"/>
                    </a:cubicBezTo>
                    <a:cubicBezTo>
                      <a:pt x="446" y="354"/>
                      <a:pt x="446" y="352"/>
                      <a:pt x="446" y="350"/>
                    </a:cubicBezTo>
                    <a:cubicBezTo>
                      <a:pt x="436" y="318"/>
                      <a:pt x="436" y="318"/>
                      <a:pt x="436" y="318"/>
                    </a:cubicBezTo>
                    <a:cubicBezTo>
                      <a:pt x="436" y="316"/>
                      <a:pt x="435" y="314"/>
                      <a:pt x="433" y="313"/>
                    </a:cubicBezTo>
                    <a:cubicBezTo>
                      <a:pt x="432" y="312"/>
                      <a:pt x="430" y="312"/>
                      <a:pt x="428" y="313"/>
                    </a:cubicBezTo>
                    <a:cubicBezTo>
                      <a:pt x="428" y="311"/>
                      <a:pt x="428" y="311"/>
                      <a:pt x="428" y="311"/>
                    </a:cubicBezTo>
                    <a:cubicBezTo>
                      <a:pt x="456" y="303"/>
                      <a:pt x="456" y="303"/>
                      <a:pt x="456" y="303"/>
                    </a:cubicBezTo>
                    <a:cubicBezTo>
                      <a:pt x="456" y="305"/>
                      <a:pt x="456" y="305"/>
                      <a:pt x="456" y="305"/>
                    </a:cubicBezTo>
                    <a:cubicBezTo>
                      <a:pt x="454" y="306"/>
                      <a:pt x="452" y="307"/>
                      <a:pt x="452" y="308"/>
                    </a:cubicBezTo>
                    <a:cubicBezTo>
                      <a:pt x="451" y="309"/>
                      <a:pt x="451" y="311"/>
                      <a:pt x="452" y="314"/>
                    </a:cubicBezTo>
                    <a:cubicBezTo>
                      <a:pt x="461" y="345"/>
                      <a:pt x="461" y="345"/>
                      <a:pt x="461" y="345"/>
                    </a:cubicBezTo>
                    <a:close/>
                    <a:moveTo>
                      <a:pt x="508" y="337"/>
                    </a:moveTo>
                    <a:cubicBezTo>
                      <a:pt x="511" y="336"/>
                      <a:pt x="511" y="336"/>
                      <a:pt x="511" y="336"/>
                    </a:cubicBezTo>
                    <a:cubicBezTo>
                      <a:pt x="507" y="287"/>
                      <a:pt x="507" y="287"/>
                      <a:pt x="507" y="287"/>
                    </a:cubicBezTo>
                    <a:cubicBezTo>
                      <a:pt x="507" y="285"/>
                      <a:pt x="507" y="284"/>
                      <a:pt x="507" y="282"/>
                    </a:cubicBezTo>
                    <a:cubicBezTo>
                      <a:pt x="508" y="281"/>
                      <a:pt x="509" y="280"/>
                      <a:pt x="510" y="279"/>
                    </a:cubicBezTo>
                    <a:cubicBezTo>
                      <a:pt x="509" y="277"/>
                      <a:pt x="509" y="277"/>
                      <a:pt x="509" y="277"/>
                    </a:cubicBezTo>
                    <a:cubicBezTo>
                      <a:pt x="495" y="285"/>
                      <a:pt x="495" y="285"/>
                      <a:pt x="495" y="285"/>
                    </a:cubicBezTo>
                    <a:cubicBezTo>
                      <a:pt x="496" y="286"/>
                      <a:pt x="496" y="286"/>
                      <a:pt x="496" y="286"/>
                    </a:cubicBezTo>
                    <a:cubicBezTo>
                      <a:pt x="498" y="286"/>
                      <a:pt x="499" y="285"/>
                      <a:pt x="500" y="285"/>
                    </a:cubicBezTo>
                    <a:cubicBezTo>
                      <a:pt x="501" y="285"/>
                      <a:pt x="502" y="286"/>
                      <a:pt x="503" y="287"/>
                    </a:cubicBezTo>
                    <a:cubicBezTo>
                      <a:pt x="503" y="287"/>
                      <a:pt x="503" y="287"/>
                      <a:pt x="503" y="288"/>
                    </a:cubicBezTo>
                    <a:cubicBezTo>
                      <a:pt x="503" y="288"/>
                      <a:pt x="503" y="289"/>
                      <a:pt x="503" y="290"/>
                    </a:cubicBezTo>
                    <a:cubicBezTo>
                      <a:pt x="506" y="316"/>
                      <a:pt x="506" y="316"/>
                      <a:pt x="506" y="316"/>
                    </a:cubicBezTo>
                    <a:cubicBezTo>
                      <a:pt x="485" y="298"/>
                      <a:pt x="485" y="298"/>
                      <a:pt x="485" y="298"/>
                    </a:cubicBezTo>
                    <a:cubicBezTo>
                      <a:pt x="484" y="297"/>
                      <a:pt x="484" y="297"/>
                      <a:pt x="484" y="297"/>
                    </a:cubicBezTo>
                    <a:cubicBezTo>
                      <a:pt x="484" y="297"/>
                      <a:pt x="484" y="296"/>
                      <a:pt x="483" y="296"/>
                    </a:cubicBezTo>
                    <a:cubicBezTo>
                      <a:pt x="483" y="295"/>
                      <a:pt x="483" y="295"/>
                      <a:pt x="483" y="294"/>
                    </a:cubicBezTo>
                    <a:cubicBezTo>
                      <a:pt x="484" y="293"/>
                      <a:pt x="485" y="292"/>
                      <a:pt x="486" y="292"/>
                    </a:cubicBezTo>
                    <a:cubicBezTo>
                      <a:pt x="486" y="291"/>
                      <a:pt x="486" y="291"/>
                      <a:pt x="486" y="291"/>
                    </a:cubicBezTo>
                    <a:cubicBezTo>
                      <a:pt x="486" y="290"/>
                      <a:pt x="486" y="290"/>
                      <a:pt x="486" y="290"/>
                    </a:cubicBezTo>
                    <a:cubicBezTo>
                      <a:pt x="462" y="302"/>
                      <a:pt x="462" y="302"/>
                      <a:pt x="462" y="302"/>
                    </a:cubicBezTo>
                    <a:cubicBezTo>
                      <a:pt x="463" y="304"/>
                      <a:pt x="463" y="304"/>
                      <a:pt x="463" y="304"/>
                    </a:cubicBezTo>
                    <a:cubicBezTo>
                      <a:pt x="464" y="303"/>
                      <a:pt x="465" y="303"/>
                      <a:pt x="467" y="303"/>
                    </a:cubicBezTo>
                    <a:cubicBezTo>
                      <a:pt x="468" y="304"/>
                      <a:pt x="469" y="305"/>
                      <a:pt x="471" y="306"/>
                    </a:cubicBezTo>
                    <a:cubicBezTo>
                      <a:pt x="508" y="337"/>
                      <a:pt x="508" y="337"/>
                      <a:pt x="508" y="337"/>
                    </a:cubicBezTo>
                    <a:close/>
                    <a:moveTo>
                      <a:pt x="547" y="316"/>
                    </a:moveTo>
                    <a:cubicBezTo>
                      <a:pt x="546" y="315"/>
                      <a:pt x="546" y="315"/>
                      <a:pt x="546" y="315"/>
                    </a:cubicBezTo>
                    <a:cubicBezTo>
                      <a:pt x="548" y="313"/>
                      <a:pt x="549" y="311"/>
                      <a:pt x="549" y="310"/>
                    </a:cubicBezTo>
                    <a:cubicBezTo>
                      <a:pt x="549" y="308"/>
                      <a:pt x="548" y="307"/>
                      <a:pt x="547" y="305"/>
                    </a:cubicBezTo>
                    <a:cubicBezTo>
                      <a:pt x="526" y="279"/>
                      <a:pt x="526" y="279"/>
                      <a:pt x="526" y="279"/>
                    </a:cubicBezTo>
                    <a:cubicBezTo>
                      <a:pt x="524" y="277"/>
                      <a:pt x="523" y="276"/>
                      <a:pt x="521" y="276"/>
                    </a:cubicBezTo>
                    <a:cubicBezTo>
                      <a:pt x="520" y="275"/>
                      <a:pt x="518" y="276"/>
                      <a:pt x="516" y="277"/>
                    </a:cubicBezTo>
                    <a:cubicBezTo>
                      <a:pt x="515" y="276"/>
                      <a:pt x="515" y="276"/>
                      <a:pt x="515" y="276"/>
                    </a:cubicBezTo>
                    <a:cubicBezTo>
                      <a:pt x="550" y="248"/>
                      <a:pt x="550" y="248"/>
                      <a:pt x="550" y="248"/>
                    </a:cubicBezTo>
                    <a:cubicBezTo>
                      <a:pt x="559" y="258"/>
                      <a:pt x="559" y="258"/>
                      <a:pt x="559" y="258"/>
                    </a:cubicBezTo>
                    <a:cubicBezTo>
                      <a:pt x="558" y="260"/>
                      <a:pt x="558" y="260"/>
                      <a:pt x="558" y="260"/>
                    </a:cubicBezTo>
                    <a:cubicBezTo>
                      <a:pt x="555" y="257"/>
                      <a:pt x="552" y="256"/>
                      <a:pt x="549" y="256"/>
                    </a:cubicBezTo>
                    <a:cubicBezTo>
                      <a:pt x="547" y="255"/>
                      <a:pt x="544" y="257"/>
                      <a:pt x="540" y="260"/>
                    </a:cubicBezTo>
                    <a:cubicBezTo>
                      <a:pt x="535" y="264"/>
                      <a:pt x="535" y="264"/>
                      <a:pt x="535" y="264"/>
                    </a:cubicBezTo>
                    <a:cubicBezTo>
                      <a:pt x="547" y="280"/>
                      <a:pt x="547" y="280"/>
                      <a:pt x="547" y="280"/>
                    </a:cubicBezTo>
                    <a:cubicBezTo>
                      <a:pt x="548" y="279"/>
                      <a:pt x="548" y="279"/>
                      <a:pt x="548" y="279"/>
                    </a:cubicBezTo>
                    <a:cubicBezTo>
                      <a:pt x="550" y="278"/>
                      <a:pt x="551" y="276"/>
                      <a:pt x="551" y="274"/>
                    </a:cubicBezTo>
                    <a:cubicBezTo>
                      <a:pt x="551" y="271"/>
                      <a:pt x="550" y="269"/>
                      <a:pt x="548" y="266"/>
                    </a:cubicBezTo>
                    <a:cubicBezTo>
                      <a:pt x="550" y="264"/>
                      <a:pt x="550" y="264"/>
                      <a:pt x="550" y="264"/>
                    </a:cubicBezTo>
                    <a:cubicBezTo>
                      <a:pt x="565" y="284"/>
                      <a:pt x="565" y="284"/>
                      <a:pt x="565" y="284"/>
                    </a:cubicBezTo>
                    <a:cubicBezTo>
                      <a:pt x="564" y="285"/>
                      <a:pt x="564" y="285"/>
                      <a:pt x="564" y="285"/>
                    </a:cubicBezTo>
                    <a:cubicBezTo>
                      <a:pt x="561" y="282"/>
                      <a:pt x="559" y="280"/>
                      <a:pt x="557" y="280"/>
                    </a:cubicBezTo>
                    <a:cubicBezTo>
                      <a:pt x="554" y="280"/>
                      <a:pt x="552" y="280"/>
                      <a:pt x="550" y="282"/>
                    </a:cubicBezTo>
                    <a:cubicBezTo>
                      <a:pt x="550" y="283"/>
                      <a:pt x="550" y="283"/>
                      <a:pt x="550" y="283"/>
                    </a:cubicBezTo>
                    <a:cubicBezTo>
                      <a:pt x="560" y="295"/>
                      <a:pt x="560" y="295"/>
                      <a:pt x="560" y="295"/>
                    </a:cubicBezTo>
                    <a:cubicBezTo>
                      <a:pt x="561" y="297"/>
                      <a:pt x="562" y="298"/>
                      <a:pt x="563" y="298"/>
                    </a:cubicBezTo>
                    <a:cubicBezTo>
                      <a:pt x="564" y="298"/>
                      <a:pt x="566" y="297"/>
                      <a:pt x="568" y="295"/>
                    </a:cubicBezTo>
                    <a:cubicBezTo>
                      <a:pt x="572" y="292"/>
                      <a:pt x="574" y="289"/>
                      <a:pt x="575" y="286"/>
                    </a:cubicBezTo>
                    <a:cubicBezTo>
                      <a:pt x="576" y="282"/>
                      <a:pt x="575" y="279"/>
                      <a:pt x="573" y="274"/>
                    </a:cubicBezTo>
                    <a:cubicBezTo>
                      <a:pt x="575" y="273"/>
                      <a:pt x="575" y="273"/>
                      <a:pt x="575" y="273"/>
                    </a:cubicBezTo>
                    <a:cubicBezTo>
                      <a:pt x="583" y="287"/>
                      <a:pt x="583" y="287"/>
                      <a:pt x="583" y="287"/>
                    </a:cubicBezTo>
                    <a:cubicBezTo>
                      <a:pt x="547" y="316"/>
                      <a:pt x="547" y="316"/>
                      <a:pt x="547" y="316"/>
                    </a:cubicBezTo>
                    <a:close/>
                    <a:moveTo>
                      <a:pt x="595" y="239"/>
                    </a:moveTo>
                    <a:cubicBezTo>
                      <a:pt x="596" y="238"/>
                      <a:pt x="596" y="238"/>
                      <a:pt x="596" y="238"/>
                    </a:cubicBezTo>
                    <a:cubicBezTo>
                      <a:pt x="598" y="236"/>
                      <a:pt x="599" y="233"/>
                      <a:pt x="599" y="231"/>
                    </a:cubicBezTo>
                    <a:cubicBezTo>
                      <a:pt x="598" y="229"/>
                      <a:pt x="597" y="226"/>
                      <a:pt x="594" y="224"/>
                    </a:cubicBezTo>
                    <a:cubicBezTo>
                      <a:pt x="591" y="221"/>
                      <a:pt x="588" y="220"/>
                      <a:pt x="586" y="220"/>
                    </a:cubicBezTo>
                    <a:cubicBezTo>
                      <a:pt x="583" y="220"/>
                      <a:pt x="581" y="222"/>
                      <a:pt x="579" y="225"/>
                    </a:cubicBezTo>
                    <a:cubicBezTo>
                      <a:pt x="595" y="239"/>
                      <a:pt x="595" y="239"/>
                      <a:pt x="595" y="239"/>
                    </a:cubicBezTo>
                    <a:close/>
                    <a:moveTo>
                      <a:pt x="609" y="250"/>
                    </a:moveTo>
                    <a:cubicBezTo>
                      <a:pt x="598" y="241"/>
                      <a:pt x="598" y="241"/>
                      <a:pt x="598" y="241"/>
                    </a:cubicBezTo>
                    <a:cubicBezTo>
                      <a:pt x="599" y="240"/>
                      <a:pt x="599" y="240"/>
                      <a:pt x="599" y="240"/>
                    </a:cubicBezTo>
                    <a:cubicBezTo>
                      <a:pt x="625" y="245"/>
                      <a:pt x="625" y="245"/>
                      <a:pt x="625" y="245"/>
                    </a:cubicBezTo>
                    <a:cubicBezTo>
                      <a:pt x="637" y="230"/>
                      <a:pt x="637" y="230"/>
                      <a:pt x="637" y="230"/>
                    </a:cubicBezTo>
                    <a:cubicBezTo>
                      <a:pt x="636" y="229"/>
                      <a:pt x="636" y="229"/>
                      <a:pt x="636" y="229"/>
                    </a:cubicBezTo>
                    <a:cubicBezTo>
                      <a:pt x="635" y="230"/>
                      <a:pt x="634" y="231"/>
                      <a:pt x="633" y="231"/>
                    </a:cubicBezTo>
                    <a:cubicBezTo>
                      <a:pt x="632" y="231"/>
                      <a:pt x="630" y="231"/>
                      <a:pt x="628" y="231"/>
                    </a:cubicBezTo>
                    <a:cubicBezTo>
                      <a:pt x="608" y="227"/>
                      <a:pt x="608" y="227"/>
                      <a:pt x="608" y="227"/>
                    </a:cubicBezTo>
                    <a:cubicBezTo>
                      <a:pt x="609" y="224"/>
                      <a:pt x="609" y="221"/>
                      <a:pt x="609" y="218"/>
                    </a:cubicBezTo>
                    <a:cubicBezTo>
                      <a:pt x="608" y="215"/>
                      <a:pt x="607" y="213"/>
                      <a:pt x="604" y="211"/>
                    </a:cubicBezTo>
                    <a:cubicBezTo>
                      <a:pt x="601" y="208"/>
                      <a:pt x="597" y="207"/>
                      <a:pt x="593" y="209"/>
                    </a:cubicBezTo>
                    <a:cubicBezTo>
                      <a:pt x="589" y="210"/>
                      <a:pt x="585" y="213"/>
                      <a:pt x="580" y="218"/>
                    </a:cubicBezTo>
                    <a:cubicBezTo>
                      <a:pt x="562" y="240"/>
                      <a:pt x="562" y="240"/>
                      <a:pt x="562" y="240"/>
                    </a:cubicBezTo>
                    <a:cubicBezTo>
                      <a:pt x="563" y="241"/>
                      <a:pt x="563" y="241"/>
                      <a:pt x="563" y="241"/>
                    </a:cubicBezTo>
                    <a:cubicBezTo>
                      <a:pt x="565" y="240"/>
                      <a:pt x="567" y="239"/>
                      <a:pt x="568" y="239"/>
                    </a:cubicBezTo>
                    <a:cubicBezTo>
                      <a:pt x="569" y="239"/>
                      <a:pt x="571" y="239"/>
                      <a:pt x="573" y="241"/>
                    </a:cubicBezTo>
                    <a:cubicBezTo>
                      <a:pt x="598" y="262"/>
                      <a:pt x="598" y="262"/>
                      <a:pt x="598" y="262"/>
                    </a:cubicBezTo>
                    <a:cubicBezTo>
                      <a:pt x="600" y="264"/>
                      <a:pt x="602" y="266"/>
                      <a:pt x="602" y="267"/>
                    </a:cubicBezTo>
                    <a:cubicBezTo>
                      <a:pt x="602" y="269"/>
                      <a:pt x="601" y="270"/>
                      <a:pt x="600" y="272"/>
                    </a:cubicBezTo>
                    <a:cubicBezTo>
                      <a:pt x="601" y="273"/>
                      <a:pt x="601" y="273"/>
                      <a:pt x="601" y="273"/>
                    </a:cubicBezTo>
                    <a:cubicBezTo>
                      <a:pt x="620" y="251"/>
                      <a:pt x="620" y="251"/>
                      <a:pt x="620" y="251"/>
                    </a:cubicBezTo>
                    <a:cubicBezTo>
                      <a:pt x="619" y="249"/>
                      <a:pt x="619" y="249"/>
                      <a:pt x="619" y="249"/>
                    </a:cubicBezTo>
                    <a:cubicBezTo>
                      <a:pt x="617" y="251"/>
                      <a:pt x="616" y="252"/>
                      <a:pt x="614" y="252"/>
                    </a:cubicBezTo>
                    <a:cubicBezTo>
                      <a:pt x="613" y="253"/>
                      <a:pt x="611" y="252"/>
                      <a:pt x="609" y="250"/>
                    </a:cubicBezTo>
                    <a:cubicBezTo>
                      <a:pt x="609" y="250"/>
                      <a:pt x="609" y="250"/>
                      <a:pt x="609" y="250"/>
                    </a:cubicBezTo>
                    <a:close/>
                    <a:moveTo>
                      <a:pt x="651" y="215"/>
                    </a:moveTo>
                    <a:cubicBezTo>
                      <a:pt x="634" y="206"/>
                      <a:pt x="634" y="206"/>
                      <a:pt x="634" y="206"/>
                    </a:cubicBezTo>
                    <a:cubicBezTo>
                      <a:pt x="635" y="204"/>
                      <a:pt x="635" y="204"/>
                      <a:pt x="635" y="204"/>
                    </a:cubicBezTo>
                    <a:cubicBezTo>
                      <a:pt x="639" y="206"/>
                      <a:pt x="643" y="206"/>
                      <a:pt x="648" y="205"/>
                    </a:cubicBezTo>
                    <a:cubicBezTo>
                      <a:pt x="652" y="203"/>
                      <a:pt x="655" y="200"/>
                      <a:pt x="657" y="196"/>
                    </a:cubicBezTo>
                    <a:cubicBezTo>
                      <a:pt x="659" y="194"/>
                      <a:pt x="659" y="191"/>
                      <a:pt x="659" y="189"/>
                    </a:cubicBezTo>
                    <a:cubicBezTo>
                      <a:pt x="659" y="187"/>
                      <a:pt x="658" y="185"/>
                      <a:pt x="656" y="184"/>
                    </a:cubicBezTo>
                    <a:cubicBezTo>
                      <a:pt x="653" y="183"/>
                      <a:pt x="648" y="185"/>
                      <a:pt x="641" y="190"/>
                    </a:cubicBezTo>
                    <a:cubicBezTo>
                      <a:pt x="640" y="190"/>
                      <a:pt x="640" y="190"/>
                      <a:pt x="640" y="190"/>
                    </a:cubicBezTo>
                    <a:cubicBezTo>
                      <a:pt x="640" y="191"/>
                      <a:pt x="639" y="191"/>
                      <a:pt x="638" y="192"/>
                    </a:cubicBezTo>
                    <a:cubicBezTo>
                      <a:pt x="633" y="196"/>
                      <a:pt x="629" y="198"/>
                      <a:pt x="626" y="198"/>
                    </a:cubicBezTo>
                    <a:cubicBezTo>
                      <a:pt x="625" y="199"/>
                      <a:pt x="623" y="199"/>
                      <a:pt x="622" y="198"/>
                    </a:cubicBezTo>
                    <a:cubicBezTo>
                      <a:pt x="620" y="198"/>
                      <a:pt x="619" y="198"/>
                      <a:pt x="618" y="197"/>
                    </a:cubicBezTo>
                    <a:cubicBezTo>
                      <a:pt x="614" y="195"/>
                      <a:pt x="611" y="191"/>
                      <a:pt x="610" y="186"/>
                    </a:cubicBezTo>
                    <a:cubicBezTo>
                      <a:pt x="609" y="182"/>
                      <a:pt x="610" y="177"/>
                      <a:pt x="613" y="172"/>
                    </a:cubicBezTo>
                    <a:cubicBezTo>
                      <a:pt x="614" y="169"/>
                      <a:pt x="616" y="167"/>
                      <a:pt x="619" y="165"/>
                    </a:cubicBezTo>
                    <a:cubicBezTo>
                      <a:pt x="622" y="162"/>
                      <a:pt x="623" y="161"/>
                      <a:pt x="623" y="161"/>
                    </a:cubicBezTo>
                    <a:cubicBezTo>
                      <a:pt x="624" y="160"/>
                      <a:pt x="624" y="159"/>
                      <a:pt x="623" y="159"/>
                    </a:cubicBezTo>
                    <a:cubicBezTo>
                      <a:pt x="623" y="158"/>
                      <a:pt x="622" y="158"/>
                      <a:pt x="621" y="157"/>
                    </a:cubicBezTo>
                    <a:cubicBezTo>
                      <a:pt x="622" y="155"/>
                      <a:pt x="622" y="155"/>
                      <a:pt x="622" y="155"/>
                    </a:cubicBezTo>
                    <a:cubicBezTo>
                      <a:pt x="637" y="163"/>
                      <a:pt x="637" y="163"/>
                      <a:pt x="637" y="163"/>
                    </a:cubicBezTo>
                    <a:cubicBezTo>
                      <a:pt x="636" y="165"/>
                      <a:pt x="636" y="165"/>
                      <a:pt x="636" y="165"/>
                    </a:cubicBezTo>
                    <a:cubicBezTo>
                      <a:pt x="632" y="163"/>
                      <a:pt x="628" y="163"/>
                      <a:pt x="625" y="165"/>
                    </a:cubicBezTo>
                    <a:cubicBezTo>
                      <a:pt x="621" y="166"/>
                      <a:pt x="618" y="169"/>
                      <a:pt x="616" y="173"/>
                    </a:cubicBezTo>
                    <a:cubicBezTo>
                      <a:pt x="615" y="175"/>
                      <a:pt x="615" y="177"/>
                      <a:pt x="615" y="179"/>
                    </a:cubicBezTo>
                    <a:cubicBezTo>
                      <a:pt x="615" y="181"/>
                      <a:pt x="616" y="182"/>
                      <a:pt x="618" y="183"/>
                    </a:cubicBezTo>
                    <a:cubicBezTo>
                      <a:pt x="620" y="184"/>
                      <a:pt x="624" y="183"/>
                      <a:pt x="630" y="179"/>
                    </a:cubicBezTo>
                    <a:cubicBezTo>
                      <a:pt x="630" y="178"/>
                      <a:pt x="630" y="178"/>
                      <a:pt x="630" y="178"/>
                    </a:cubicBezTo>
                    <a:cubicBezTo>
                      <a:pt x="634" y="175"/>
                      <a:pt x="637" y="173"/>
                      <a:pt x="639" y="172"/>
                    </a:cubicBezTo>
                    <a:cubicBezTo>
                      <a:pt x="641" y="170"/>
                      <a:pt x="643" y="170"/>
                      <a:pt x="644" y="169"/>
                    </a:cubicBezTo>
                    <a:cubicBezTo>
                      <a:pt x="646" y="169"/>
                      <a:pt x="648" y="169"/>
                      <a:pt x="650" y="169"/>
                    </a:cubicBezTo>
                    <a:cubicBezTo>
                      <a:pt x="652" y="169"/>
                      <a:pt x="654" y="170"/>
                      <a:pt x="656" y="171"/>
                    </a:cubicBezTo>
                    <a:cubicBezTo>
                      <a:pt x="660" y="173"/>
                      <a:pt x="663" y="177"/>
                      <a:pt x="664" y="182"/>
                    </a:cubicBezTo>
                    <a:cubicBezTo>
                      <a:pt x="665" y="186"/>
                      <a:pt x="664" y="191"/>
                      <a:pt x="661" y="197"/>
                    </a:cubicBezTo>
                    <a:cubicBezTo>
                      <a:pt x="659" y="199"/>
                      <a:pt x="657" y="202"/>
                      <a:pt x="654" y="205"/>
                    </a:cubicBezTo>
                    <a:cubicBezTo>
                      <a:pt x="652" y="207"/>
                      <a:pt x="650" y="209"/>
                      <a:pt x="650" y="209"/>
                    </a:cubicBezTo>
                    <a:cubicBezTo>
                      <a:pt x="650" y="210"/>
                      <a:pt x="650" y="211"/>
                      <a:pt x="650" y="211"/>
                    </a:cubicBezTo>
                    <a:cubicBezTo>
                      <a:pt x="650" y="212"/>
                      <a:pt x="651" y="213"/>
                      <a:pt x="652" y="213"/>
                    </a:cubicBezTo>
                    <a:cubicBezTo>
                      <a:pt x="651" y="215"/>
                      <a:pt x="651" y="215"/>
                      <a:pt x="651" y="215"/>
                    </a:cubicBezTo>
                    <a:close/>
                    <a:moveTo>
                      <a:pt x="678" y="136"/>
                    </a:moveTo>
                    <a:cubicBezTo>
                      <a:pt x="647" y="124"/>
                      <a:pt x="647" y="124"/>
                      <a:pt x="647" y="124"/>
                    </a:cubicBezTo>
                    <a:cubicBezTo>
                      <a:pt x="644" y="123"/>
                      <a:pt x="643" y="122"/>
                      <a:pt x="642" y="121"/>
                    </a:cubicBezTo>
                    <a:cubicBezTo>
                      <a:pt x="642" y="120"/>
                      <a:pt x="642" y="118"/>
                      <a:pt x="642" y="116"/>
                    </a:cubicBezTo>
                    <a:cubicBezTo>
                      <a:pt x="641" y="115"/>
                      <a:pt x="641" y="115"/>
                      <a:pt x="641" y="115"/>
                    </a:cubicBezTo>
                    <a:cubicBezTo>
                      <a:pt x="630" y="142"/>
                      <a:pt x="630" y="142"/>
                      <a:pt x="630" y="142"/>
                    </a:cubicBezTo>
                    <a:cubicBezTo>
                      <a:pt x="632" y="143"/>
                      <a:pt x="632" y="143"/>
                      <a:pt x="632" y="143"/>
                    </a:cubicBezTo>
                    <a:cubicBezTo>
                      <a:pt x="633" y="141"/>
                      <a:pt x="634" y="139"/>
                      <a:pt x="635" y="139"/>
                    </a:cubicBezTo>
                    <a:cubicBezTo>
                      <a:pt x="637" y="138"/>
                      <a:pt x="639" y="138"/>
                      <a:pt x="641" y="139"/>
                    </a:cubicBezTo>
                    <a:cubicBezTo>
                      <a:pt x="672" y="151"/>
                      <a:pt x="672" y="151"/>
                      <a:pt x="672" y="151"/>
                    </a:cubicBezTo>
                    <a:cubicBezTo>
                      <a:pt x="674" y="152"/>
                      <a:pt x="676" y="153"/>
                      <a:pt x="677" y="154"/>
                    </a:cubicBezTo>
                    <a:cubicBezTo>
                      <a:pt x="677" y="156"/>
                      <a:pt x="677" y="158"/>
                      <a:pt x="676" y="160"/>
                    </a:cubicBezTo>
                    <a:cubicBezTo>
                      <a:pt x="678" y="161"/>
                      <a:pt x="678" y="161"/>
                      <a:pt x="678" y="161"/>
                    </a:cubicBezTo>
                    <a:cubicBezTo>
                      <a:pt x="689" y="133"/>
                      <a:pt x="689" y="133"/>
                      <a:pt x="689" y="133"/>
                    </a:cubicBezTo>
                    <a:cubicBezTo>
                      <a:pt x="687" y="133"/>
                      <a:pt x="687" y="133"/>
                      <a:pt x="687" y="133"/>
                    </a:cubicBezTo>
                    <a:cubicBezTo>
                      <a:pt x="686" y="135"/>
                      <a:pt x="685" y="136"/>
                      <a:pt x="683" y="137"/>
                    </a:cubicBezTo>
                    <a:cubicBezTo>
                      <a:pt x="682" y="137"/>
                      <a:pt x="680" y="137"/>
                      <a:pt x="678" y="136"/>
                    </a:cubicBezTo>
                    <a:cubicBezTo>
                      <a:pt x="678" y="136"/>
                      <a:pt x="678" y="136"/>
                      <a:pt x="678" y="136"/>
                    </a:cubicBezTo>
                    <a:close/>
                    <a:moveTo>
                      <a:pt x="656" y="57"/>
                    </a:moveTo>
                    <a:cubicBezTo>
                      <a:pt x="669" y="60"/>
                      <a:pt x="669" y="60"/>
                      <a:pt x="669" y="60"/>
                    </a:cubicBezTo>
                    <a:cubicBezTo>
                      <a:pt x="668" y="62"/>
                      <a:pt x="668" y="62"/>
                      <a:pt x="668" y="62"/>
                    </a:cubicBezTo>
                    <a:cubicBezTo>
                      <a:pt x="665" y="62"/>
                      <a:pt x="662" y="62"/>
                      <a:pt x="660" y="63"/>
                    </a:cubicBezTo>
                    <a:cubicBezTo>
                      <a:pt x="658" y="64"/>
                      <a:pt x="657" y="67"/>
                      <a:pt x="656" y="70"/>
                    </a:cubicBezTo>
                    <a:cubicBezTo>
                      <a:pt x="655" y="73"/>
                      <a:pt x="655" y="73"/>
                      <a:pt x="655" y="73"/>
                    </a:cubicBezTo>
                    <a:cubicBezTo>
                      <a:pt x="693" y="82"/>
                      <a:pt x="693" y="82"/>
                      <a:pt x="693" y="82"/>
                    </a:cubicBezTo>
                    <a:cubicBezTo>
                      <a:pt x="696" y="83"/>
                      <a:pt x="698" y="83"/>
                      <a:pt x="699" y="82"/>
                    </a:cubicBezTo>
                    <a:cubicBezTo>
                      <a:pt x="700" y="81"/>
                      <a:pt x="701" y="80"/>
                      <a:pt x="702" y="77"/>
                    </a:cubicBezTo>
                    <a:cubicBezTo>
                      <a:pt x="704" y="78"/>
                      <a:pt x="704" y="78"/>
                      <a:pt x="704" y="78"/>
                    </a:cubicBezTo>
                    <a:cubicBezTo>
                      <a:pt x="697" y="106"/>
                      <a:pt x="697" y="106"/>
                      <a:pt x="697" y="106"/>
                    </a:cubicBezTo>
                    <a:cubicBezTo>
                      <a:pt x="695" y="106"/>
                      <a:pt x="695" y="106"/>
                      <a:pt x="695" y="106"/>
                    </a:cubicBezTo>
                    <a:cubicBezTo>
                      <a:pt x="696" y="103"/>
                      <a:pt x="696" y="102"/>
                      <a:pt x="695" y="100"/>
                    </a:cubicBezTo>
                    <a:cubicBezTo>
                      <a:pt x="694" y="99"/>
                      <a:pt x="692" y="98"/>
                      <a:pt x="690" y="98"/>
                    </a:cubicBezTo>
                    <a:cubicBezTo>
                      <a:pt x="652" y="89"/>
                      <a:pt x="652" y="89"/>
                      <a:pt x="652" y="89"/>
                    </a:cubicBezTo>
                    <a:cubicBezTo>
                      <a:pt x="651" y="92"/>
                      <a:pt x="651" y="92"/>
                      <a:pt x="651" y="92"/>
                    </a:cubicBezTo>
                    <a:cubicBezTo>
                      <a:pt x="650" y="96"/>
                      <a:pt x="651" y="98"/>
                      <a:pt x="652" y="100"/>
                    </a:cubicBezTo>
                    <a:cubicBezTo>
                      <a:pt x="653" y="102"/>
                      <a:pt x="655" y="104"/>
                      <a:pt x="658" y="105"/>
                    </a:cubicBezTo>
                    <a:cubicBezTo>
                      <a:pt x="658" y="107"/>
                      <a:pt x="658" y="107"/>
                      <a:pt x="658" y="107"/>
                    </a:cubicBezTo>
                    <a:cubicBezTo>
                      <a:pt x="645" y="104"/>
                      <a:pt x="645" y="104"/>
                      <a:pt x="645" y="104"/>
                    </a:cubicBezTo>
                    <a:cubicBezTo>
                      <a:pt x="656" y="57"/>
                      <a:pt x="656" y="57"/>
                      <a:pt x="656" y="57"/>
                    </a:cubicBezTo>
                    <a:close/>
                    <a:moveTo>
                      <a:pt x="684" y="17"/>
                    </a:moveTo>
                    <a:cubicBezTo>
                      <a:pt x="699" y="18"/>
                      <a:pt x="699" y="18"/>
                      <a:pt x="699" y="18"/>
                    </a:cubicBezTo>
                    <a:cubicBezTo>
                      <a:pt x="701" y="18"/>
                      <a:pt x="703" y="17"/>
                      <a:pt x="704" y="16"/>
                    </a:cubicBezTo>
                    <a:cubicBezTo>
                      <a:pt x="705" y="15"/>
                      <a:pt x="706" y="13"/>
                      <a:pt x="706" y="11"/>
                    </a:cubicBezTo>
                    <a:cubicBezTo>
                      <a:pt x="708" y="11"/>
                      <a:pt x="708" y="11"/>
                      <a:pt x="708" y="11"/>
                    </a:cubicBezTo>
                    <a:cubicBezTo>
                      <a:pt x="708" y="40"/>
                      <a:pt x="708" y="40"/>
                      <a:pt x="708" y="40"/>
                    </a:cubicBezTo>
                    <a:cubicBezTo>
                      <a:pt x="706" y="40"/>
                      <a:pt x="706" y="40"/>
                      <a:pt x="706" y="40"/>
                    </a:cubicBezTo>
                    <a:cubicBezTo>
                      <a:pt x="706" y="38"/>
                      <a:pt x="705" y="36"/>
                      <a:pt x="704" y="35"/>
                    </a:cubicBezTo>
                    <a:cubicBezTo>
                      <a:pt x="703" y="34"/>
                      <a:pt x="701" y="34"/>
                      <a:pt x="698" y="34"/>
                    </a:cubicBezTo>
                    <a:cubicBezTo>
                      <a:pt x="687" y="33"/>
                      <a:pt x="687" y="33"/>
                      <a:pt x="687" y="33"/>
                    </a:cubicBezTo>
                    <a:cubicBezTo>
                      <a:pt x="663" y="46"/>
                      <a:pt x="663" y="46"/>
                      <a:pt x="663" y="46"/>
                    </a:cubicBezTo>
                    <a:cubicBezTo>
                      <a:pt x="661" y="47"/>
                      <a:pt x="660" y="48"/>
                      <a:pt x="659" y="49"/>
                    </a:cubicBezTo>
                    <a:cubicBezTo>
                      <a:pt x="658" y="50"/>
                      <a:pt x="658" y="51"/>
                      <a:pt x="658" y="53"/>
                    </a:cubicBezTo>
                    <a:cubicBezTo>
                      <a:pt x="656" y="53"/>
                      <a:pt x="656" y="53"/>
                      <a:pt x="656" y="53"/>
                    </a:cubicBezTo>
                    <a:cubicBezTo>
                      <a:pt x="656" y="26"/>
                      <a:pt x="656" y="26"/>
                      <a:pt x="656" y="26"/>
                    </a:cubicBezTo>
                    <a:cubicBezTo>
                      <a:pt x="658" y="26"/>
                      <a:pt x="658" y="26"/>
                      <a:pt x="658" y="26"/>
                    </a:cubicBezTo>
                    <a:cubicBezTo>
                      <a:pt x="658" y="27"/>
                      <a:pt x="658" y="28"/>
                      <a:pt x="659" y="29"/>
                    </a:cubicBezTo>
                    <a:cubicBezTo>
                      <a:pt x="659" y="29"/>
                      <a:pt x="660" y="30"/>
                      <a:pt x="660" y="30"/>
                    </a:cubicBezTo>
                    <a:cubicBezTo>
                      <a:pt x="661" y="30"/>
                      <a:pt x="661" y="30"/>
                      <a:pt x="661" y="30"/>
                    </a:cubicBezTo>
                    <a:cubicBezTo>
                      <a:pt x="662" y="29"/>
                      <a:pt x="662" y="29"/>
                      <a:pt x="662" y="29"/>
                    </a:cubicBezTo>
                    <a:cubicBezTo>
                      <a:pt x="681" y="20"/>
                      <a:pt x="681" y="20"/>
                      <a:pt x="681" y="20"/>
                    </a:cubicBezTo>
                    <a:cubicBezTo>
                      <a:pt x="664" y="10"/>
                      <a:pt x="664" y="10"/>
                      <a:pt x="664" y="10"/>
                    </a:cubicBezTo>
                    <a:cubicBezTo>
                      <a:pt x="663" y="10"/>
                      <a:pt x="663" y="10"/>
                      <a:pt x="663" y="10"/>
                    </a:cubicBezTo>
                    <a:cubicBezTo>
                      <a:pt x="662" y="9"/>
                      <a:pt x="662" y="9"/>
                      <a:pt x="661" y="9"/>
                    </a:cubicBezTo>
                    <a:cubicBezTo>
                      <a:pt x="660" y="9"/>
                      <a:pt x="660" y="10"/>
                      <a:pt x="659" y="11"/>
                    </a:cubicBezTo>
                    <a:cubicBezTo>
                      <a:pt x="659" y="11"/>
                      <a:pt x="659" y="13"/>
                      <a:pt x="659" y="14"/>
                    </a:cubicBezTo>
                    <a:cubicBezTo>
                      <a:pt x="659" y="15"/>
                      <a:pt x="659" y="15"/>
                      <a:pt x="659" y="15"/>
                    </a:cubicBezTo>
                    <a:cubicBezTo>
                      <a:pt x="657" y="15"/>
                      <a:pt x="657" y="15"/>
                      <a:pt x="657" y="15"/>
                    </a:cubicBezTo>
                    <a:cubicBezTo>
                      <a:pt x="657" y="0"/>
                      <a:pt x="657" y="0"/>
                      <a:pt x="657" y="0"/>
                    </a:cubicBezTo>
                    <a:cubicBezTo>
                      <a:pt x="659" y="0"/>
                      <a:pt x="659" y="0"/>
                      <a:pt x="659" y="0"/>
                    </a:cubicBezTo>
                    <a:cubicBezTo>
                      <a:pt x="659" y="1"/>
                      <a:pt x="659" y="1"/>
                      <a:pt x="659" y="1"/>
                    </a:cubicBezTo>
                    <a:cubicBezTo>
                      <a:pt x="659" y="1"/>
                      <a:pt x="659" y="2"/>
                      <a:pt x="660" y="3"/>
                    </a:cubicBezTo>
                    <a:cubicBezTo>
                      <a:pt x="660" y="4"/>
                      <a:pt x="661" y="5"/>
                      <a:pt x="663" y="6"/>
                    </a:cubicBezTo>
                    <a:lnTo>
                      <a:pt x="68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33" name="îṩḻîḓè"/>
              <p:cNvSpPr/>
              <p:nvPr/>
            </p:nvSpPr>
            <p:spPr bwMode="auto">
              <a:xfrm>
                <a:off x="2840038" y="4119563"/>
                <a:ext cx="493713" cy="128588"/>
              </a:xfrm>
              <a:custGeom>
                <a:avLst/>
                <a:gdLst>
                  <a:gd name="T0" fmla="*/ 0 w 150"/>
                  <a:gd name="T1" fmla="*/ 36 h 39"/>
                  <a:gd name="T2" fmla="*/ 9 w 150"/>
                  <a:gd name="T3" fmla="*/ 33 h 39"/>
                  <a:gd name="T4" fmla="*/ 8 w 150"/>
                  <a:gd name="T5" fmla="*/ 7 h 39"/>
                  <a:gd name="T6" fmla="*/ 3 w 150"/>
                  <a:gd name="T7" fmla="*/ 7 h 39"/>
                  <a:gd name="T8" fmla="*/ 1 w 150"/>
                  <a:gd name="T9" fmla="*/ 5 h 39"/>
                  <a:gd name="T10" fmla="*/ 17 w 150"/>
                  <a:gd name="T11" fmla="*/ 0 h 39"/>
                  <a:gd name="T12" fmla="*/ 19 w 150"/>
                  <a:gd name="T13" fmla="*/ 33 h 39"/>
                  <a:gd name="T14" fmla="*/ 28 w 150"/>
                  <a:gd name="T15" fmla="*/ 36 h 39"/>
                  <a:gd name="T16" fmla="*/ 21 w 150"/>
                  <a:gd name="T17" fmla="*/ 38 h 39"/>
                  <a:gd name="T18" fmla="*/ 6 w 150"/>
                  <a:gd name="T19" fmla="*/ 38 h 39"/>
                  <a:gd name="T20" fmla="*/ 0 w 150"/>
                  <a:gd name="T21" fmla="*/ 38 h 39"/>
                  <a:gd name="T22" fmla="*/ 46 w 150"/>
                  <a:gd name="T23" fmla="*/ 24 h 39"/>
                  <a:gd name="T24" fmla="*/ 48 w 150"/>
                  <a:gd name="T25" fmla="*/ 34 h 39"/>
                  <a:gd name="T26" fmla="*/ 61 w 150"/>
                  <a:gd name="T27" fmla="*/ 34 h 39"/>
                  <a:gd name="T28" fmla="*/ 60 w 150"/>
                  <a:gd name="T29" fmla="*/ 25 h 39"/>
                  <a:gd name="T30" fmla="*/ 51 w 150"/>
                  <a:gd name="T31" fmla="*/ 21 h 39"/>
                  <a:gd name="T32" fmla="*/ 60 w 150"/>
                  <a:gd name="T33" fmla="*/ 12 h 39"/>
                  <a:gd name="T34" fmla="*/ 59 w 150"/>
                  <a:gd name="T35" fmla="*/ 4 h 39"/>
                  <a:gd name="T36" fmla="*/ 48 w 150"/>
                  <a:gd name="T37" fmla="*/ 4 h 39"/>
                  <a:gd name="T38" fmla="*/ 49 w 150"/>
                  <a:gd name="T39" fmla="*/ 11 h 39"/>
                  <a:gd name="T40" fmla="*/ 56 w 150"/>
                  <a:gd name="T41" fmla="*/ 15 h 39"/>
                  <a:gd name="T42" fmla="*/ 41 w 150"/>
                  <a:gd name="T43" fmla="*/ 15 h 39"/>
                  <a:gd name="T44" fmla="*/ 43 w 150"/>
                  <a:gd name="T45" fmla="*/ 3 h 39"/>
                  <a:gd name="T46" fmla="*/ 65 w 150"/>
                  <a:gd name="T47" fmla="*/ 3 h 39"/>
                  <a:gd name="T48" fmla="*/ 67 w 150"/>
                  <a:gd name="T49" fmla="*/ 13 h 39"/>
                  <a:gd name="T50" fmla="*/ 68 w 150"/>
                  <a:gd name="T51" fmla="*/ 21 h 39"/>
                  <a:gd name="T52" fmla="*/ 66 w 150"/>
                  <a:gd name="T53" fmla="*/ 36 h 39"/>
                  <a:gd name="T54" fmla="*/ 41 w 150"/>
                  <a:gd name="T55" fmla="*/ 36 h 39"/>
                  <a:gd name="T56" fmla="*/ 39 w 150"/>
                  <a:gd name="T57" fmla="*/ 23 h 39"/>
                  <a:gd name="T58" fmla="*/ 47 w 150"/>
                  <a:gd name="T59" fmla="*/ 19 h 39"/>
                  <a:gd name="T60" fmla="*/ 80 w 150"/>
                  <a:gd name="T61" fmla="*/ 33 h 39"/>
                  <a:gd name="T62" fmla="*/ 87 w 150"/>
                  <a:gd name="T63" fmla="*/ 36 h 39"/>
                  <a:gd name="T64" fmla="*/ 100 w 150"/>
                  <a:gd name="T65" fmla="*/ 20 h 39"/>
                  <a:gd name="T66" fmla="*/ 95 w 150"/>
                  <a:gd name="T67" fmla="*/ 25 h 39"/>
                  <a:gd name="T68" fmla="*/ 79 w 150"/>
                  <a:gd name="T69" fmla="*/ 23 h 39"/>
                  <a:gd name="T70" fmla="*/ 81 w 150"/>
                  <a:gd name="T71" fmla="*/ 4 h 39"/>
                  <a:gd name="T72" fmla="*/ 105 w 150"/>
                  <a:gd name="T73" fmla="*/ 5 h 39"/>
                  <a:gd name="T74" fmla="*/ 108 w 150"/>
                  <a:gd name="T75" fmla="*/ 26 h 39"/>
                  <a:gd name="T76" fmla="*/ 96 w 150"/>
                  <a:gd name="T77" fmla="*/ 38 h 39"/>
                  <a:gd name="T78" fmla="*/ 81 w 150"/>
                  <a:gd name="T79" fmla="*/ 38 h 39"/>
                  <a:gd name="T80" fmla="*/ 77 w 150"/>
                  <a:gd name="T81" fmla="*/ 36 h 39"/>
                  <a:gd name="T82" fmla="*/ 98 w 150"/>
                  <a:gd name="T83" fmla="*/ 19 h 39"/>
                  <a:gd name="T84" fmla="*/ 98 w 150"/>
                  <a:gd name="T85" fmla="*/ 6 h 39"/>
                  <a:gd name="T86" fmla="*/ 87 w 150"/>
                  <a:gd name="T87" fmla="*/ 6 h 39"/>
                  <a:gd name="T88" fmla="*/ 88 w 150"/>
                  <a:gd name="T89" fmla="*/ 19 h 39"/>
                  <a:gd name="T90" fmla="*/ 93 w 150"/>
                  <a:gd name="T91" fmla="*/ 21 h 39"/>
                  <a:gd name="T92" fmla="*/ 128 w 150"/>
                  <a:gd name="T93" fmla="*/ 20 h 39"/>
                  <a:gd name="T94" fmla="*/ 129 w 150"/>
                  <a:gd name="T95" fmla="*/ 33 h 39"/>
                  <a:gd name="T96" fmla="*/ 139 w 150"/>
                  <a:gd name="T97" fmla="*/ 34 h 39"/>
                  <a:gd name="T98" fmla="*/ 139 w 150"/>
                  <a:gd name="T99" fmla="*/ 21 h 39"/>
                  <a:gd name="T100" fmla="*/ 133 w 150"/>
                  <a:gd name="T101" fmla="*/ 18 h 39"/>
                  <a:gd name="T102" fmla="*/ 146 w 150"/>
                  <a:gd name="T103" fmla="*/ 6 h 39"/>
                  <a:gd name="T104" fmla="*/ 139 w 150"/>
                  <a:gd name="T105" fmla="*/ 4 h 39"/>
                  <a:gd name="T106" fmla="*/ 126 w 150"/>
                  <a:gd name="T107" fmla="*/ 19 h 39"/>
                  <a:gd name="T108" fmla="*/ 131 w 150"/>
                  <a:gd name="T109" fmla="*/ 15 h 39"/>
                  <a:gd name="T110" fmla="*/ 147 w 150"/>
                  <a:gd name="T111" fmla="*/ 16 h 39"/>
                  <a:gd name="T112" fmla="*/ 146 w 150"/>
                  <a:gd name="T113" fmla="*/ 35 h 39"/>
                  <a:gd name="T114" fmla="*/ 121 w 150"/>
                  <a:gd name="T115" fmla="*/ 35 h 39"/>
                  <a:gd name="T116" fmla="*/ 118 w 150"/>
                  <a:gd name="T117" fmla="*/ 13 h 39"/>
                  <a:gd name="T118" fmla="*/ 130 w 150"/>
                  <a:gd name="T119" fmla="*/ 2 h 39"/>
                  <a:gd name="T120" fmla="*/ 145 w 150"/>
                  <a:gd name="T121"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39">
                    <a:moveTo>
                      <a:pt x="0" y="38"/>
                    </a:moveTo>
                    <a:cubicBezTo>
                      <a:pt x="0" y="36"/>
                      <a:pt x="0" y="36"/>
                      <a:pt x="0" y="36"/>
                    </a:cubicBezTo>
                    <a:cubicBezTo>
                      <a:pt x="4" y="36"/>
                      <a:pt x="6" y="36"/>
                      <a:pt x="8" y="35"/>
                    </a:cubicBezTo>
                    <a:cubicBezTo>
                      <a:pt x="9" y="35"/>
                      <a:pt x="9" y="34"/>
                      <a:pt x="9" y="33"/>
                    </a:cubicBezTo>
                    <a:cubicBezTo>
                      <a:pt x="9" y="10"/>
                      <a:pt x="9" y="10"/>
                      <a:pt x="9" y="10"/>
                    </a:cubicBezTo>
                    <a:cubicBezTo>
                      <a:pt x="9" y="9"/>
                      <a:pt x="9" y="8"/>
                      <a:pt x="8" y="7"/>
                    </a:cubicBezTo>
                    <a:cubicBezTo>
                      <a:pt x="8" y="7"/>
                      <a:pt x="7" y="7"/>
                      <a:pt x="5" y="7"/>
                    </a:cubicBezTo>
                    <a:cubicBezTo>
                      <a:pt x="5" y="7"/>
                      <a:pt x="4" y="7"/>
                      <a:pt x="3" y="7"/>
                    </a:cubicBezTo>
                    <a:cubicBezTo>
                      <a:pt x="2" y="7"/>
                      <a:pt x="2" y="7"/>
                      <a:pt x="1" y="7"/>
                    </a:cubicBezTo>
                    <a:cubicBezTo>
                      <a:pt x="1" y="5"/>
                      <a:pt x="1" y="5"/>
                      <a:pt x="1" y="5"/>
                    </a:cubicBezTo>
                    <a:cubicBezTo>
                      <a:pt x="4" y="4"/>
                      <a:pt x="7" y="4"/>
                      <a:pt x="9" y="3"/>
                    </a:cubicBezTo>
                    <a:cubicBezTo>
                      <a:pt x="12" y="3"/>
                      <a:pt x="14" y="2"/>
                      <a:pt x="17" y="0"/>
                    </a:cubicBezTo>
                    <a:cubicBezTo>
                      <a:pt x="19" y="0"/>
                      <a:pt x="19" y="0"/>
                      <a:pt x="19" y="0"/>
                    </a:cubicBezTo>
                    <a:cubicBezTo>
                      <a:pt x="19" y="33"/>
                      <a:pt x="19" y="33"/>
                      <a:pt x="19" y="33"/>
                    </a:cubicBezTo>
                    <a:cubicBezTo>
                      <a:pt x="19" y="34"/>
                      <a:pt x="20" y="35"/>
                      <a:pt x="21" y="35"/>
                    </a:cubicBezTo>
                    <a:cubicBezTo>
                      <a:pt x="22" y="36"/>
                      <a:pt x="24" y="36"/>
                      <a:pt x="28" y="36"/>
                    </a:cubicBezTo>
                    <a:cubicBezTo>
                      <a:pt x="28" y="38"/>
                      <a:pt x="28" y="38"/>
                      <a:pt x="28" y="38"/>
                    </a:cubicBezTo>
                    <a:cubicBezTo>
                      <a:pt x="26" y="38"/>
                      <a:pt x="23" y="38"/>
                      <a:pt x="21" y="38"/>
                    </a:cubicBezTo>
                    <a:cubicBezTo>
                      <a:pt x="19" y="38"/>
                      <a:pt x="16" y="38"/>
                      <a:pt x="14" y="38"/>
                    </a:cubicBezTo>
                    <a:cubicBezTo>
                      <a:pt x="11" y="38"/>
                      <a:pt x="8" y="38"/>
                      <a:pt x="6" y="38"/>
                    </a:cubicBezTo>
                    <a:cubicBezTo>
                      <a:pt x="4" y="38"/>
                      <a:pt x="2" y="38"/>
                      <a:pt x="0" y="38"/>
                    </a:cubicBezTo>
                    <a:cubicBezTo>
                      <a:pt x="0" y="38"/>
                      <a:pt x="0" y="38"/>
                      <a:pt x="0" y="38"/>
                    </a:cubicBezTo>
                    <a:close/>
                    <a:moveTo>
                      <a:pt x="51" y="21"/>
                    </a:moveTo>
                    <a:cubicBezTo>
                      <a:pt x="49" y="22"/>
                      <a:pt x="48" y="23"/>
                      <a:pt x="46" y="24"/>
                    </a:cubicBezTo>
                    <a:cubicBezTo>
                      <a:pt x="45" y="26"/>
                      <a:pt x="45" y="27"/>
                      <a:pt x="45" y="28"/>
                    </a:cubicBezTo>
                    <a:cubicBezTo>
                      <a:pt x="45" y="31"/>
                      <a:pt x="46" y="32"/>
                      <a:pt x="48" y="34"/>
                    </a:cubicBezTo>
                    <a:cubicBezTo>
                      <a:pt x="50" y="35"/>
                      <a:pt x="52" y="36"/>
                      <a:pt x="55" y="36"/>
                    </a:cubicBezTo>
                    <a:cubicBezTo>
                      <a:pt x="57" y="36"/>
                      <a:pt x="59" y="36"/>
                      <a:pt x="61" y="34"/>
                    </a:cubicBezTo>
                    <a:cubicBezTo>
                      <a:pt x="62" y="33"/>
                      <a:pt x="63" y="32"/>
                      <a:pt x="63" y="30"/>
                    </a:cubicBezTo>
                    <a:cubicBezTo>
                      <a:pt x="63" y="28"/>
                      <a:pt x="62" y="27"/>
                      <a:pt x="60" y="25"/>
                    </a:cubicBezTo>
                    <a:cubicBezTo>
                      <a:pt x="58" y="24"/>
                      <a:pt x="55" y="23"/>
                      <a:pt x="51" y="21"/>
                    </a:cubicBezTo>
                    <a:cubicBezTo>
                      <a:pt x="51" y="21"/>
                      <a:pt x="51" y="21"/>
                      <a:pt x="51" y="21"/>
                    </a:cubicBezTo>
                    <a:close/>
                    <a:moveTo>
                      <a:pt x="56" y="15"/>
                    </a:moveTo>
                    <a:cubicBezTo>
                      <a:pt x="58" y="14"/>
                      <a:pt x="59" y="13"/>
                      <a:pt x="60" y="12"/>
                    </a:cubicBezTo>
                    <a:cubicBezTo>
                      <a:pt x="61" y="11"/>
                      <a:pt x="61" y="10"/>
                      <a:pt x="61" y="8"/>
                    </a:cubicBezTo>
                    <a:cubicBezTo>
                      <a:pt x="61" y="7"/>
                      <a:pt x="60" y="5"/>
                      <a:pt x="59" y="4"/>
                    </a:cubicBezTo>
                    <a:cubicBezTo>
                      <a:pt x="57" y="3"/>
                      <a:pt x="56" y="3"/>
                      <a:pt x="53" y="3"/>
                    </a:cubicBezTo>
                    <a:cubicBezTo>
                      <a:pt x="51" y="3"/>
                      <a:pt x="50" y="3"/>
                      <a:pt x="48" y="4"/>
                    </a:cubicBezTo>
                    <a:cubicBezTo>
                      <a:pt x="47" y="5"/>
                      <a:pt x="46" y="6"/>
                      <a:pt x="46" y="7"/>
                    </a:cubicBezTo>
                    <a:cubicBezTo>
                      <a:pt x="46" y="9"/>
                      <a:pt x="47" y="10"/>
                      <a:pt x="49" y="11"/>
                    </a:cubicBezTo>
                    <a:cubicBezTo>
                      <a:pt x="50" y="13"/>
                      <a:pt x="53" y="14"/>
                      <a:pt x="56" y="15"/>
                    </a:cubicBezTo>
                    <a:cubicBezTo>
                      <a:pt x="56" y="15"/>
                      <a:pt x="56" y="15"/>
                      <a:pt x="56" y="15"/>
                    </a:cubicBezTo>
                    <a:close/>
                    <a:moveTo>
                      <a:pt x="47" y="19"/>
                    </a:moveTo>
                    <a:cubicBezTo>
                      <a:pt x="44" y="18"/>
                      <a:pt x="42" y="16"/>
                      <a:pt x="41" y="15"/>
                    </a:cubicBezTo>
                    <a:cubicBezTo>
                      <a:pt x="39" y="13"/>
                      <a:pt x="39" y="12"/>
                      <a:pt x="39" y="10"/>
                    </a:cubicBezTo>
                    <a:cubicBezTo>
                      <a:pt x="39" y="7"/>
                      <a:pt x="40" y="5"/>
                      <a:pt x="43" y="3"/>
                    </a:cubicBezTo>
                    <a:cubicBezTo>
                      <a:pt x="46" y="1"/>
                      <a:pt x="50" y="0"/>
                      <a:pt x="55" y="0"/>
                    </a:cubicBezTo>
                    <a:cubicBezTo>
                      <a:pt x="59" y="0"/>
                      <a:pt x="62" y="1"/>
                      <a:pt x="65" y="3"/>
                    </a:cubicBezTo>
                    <a:cubicBezTo>
                      <a:pt x="67" y="4"/>
                      <a:pt x="69" y="6"/>
                      <a:pt x="69" y="8"/>
                    </a:cubicBezTo>
                    <a:cubicBezTo>
                      <a:pt x="69" y="10"/>
                      <a:pt x="68" y="11"/>
                      <a:pt x="67" y="13"/>
                    </a:cubicBezTo>
                    <a:cubicBezTo>
                      <a:pt x="65" y="14"/>
                      <a:pt x="63" y="15"/>
                      <a:pt x="60" y="17"/>
                    </a:cubicBezTo>
                    <a:cubicBezTo>
                      <a:pt x="64" y="18"/>
                      <a:pt x="66" y="20"/>
                      <a:pt x="68" y="21"/>
                    </a:cubicBezTo>
                    <a:cubicBezTo>
                      <a:pt x="70" y="23"/>
                      <a:pt x="71" y="25"/>
                      <a:pt x="71" y="28"/>
                    </a:cubicBezTo>
                    <a:cubicBezTo>
                      <a:pt x="71" y="31"/>
                      <a:pt x="69" y="34"/>
                      <a:pt x="66" y="36"/>
                    </a:cubicBezTo>
                    <a:cubicBezTo>
                      <a:pt x="63" y="38"/>
                      <a:pt x="59" y="39"/>
                      <a:pt x="54" y="39"/>
                    </a:cubicBezTo>
                    <a:cubicBezTo>
                      <a:pt x="48" y="39"/>
                      <a:pt x="44" y="38"/>
                      <a:pt x="41" y="36"/>
                    </a:cubicBezTo>
                    <a:cubicBezTo>
                      <a:pt x="38" y="34"/>
                      <a:pt x="36" y="32"/>
                      <a:pt x="36" y="29"/>
                    </a:cubicBezTo>
                    <a:cubicBezTo>
                      <a:pt x="36" y="27"/>
                      <a:pt x="37" y="25"/>
                      <a:pt x="39" y="23"/>
                    </a:cubicBezTo>
                    <a:cubicBezTo>
                      <a:pt x="40" y="22"/>
                      <a:pt x="43" y="20"/>
                      <a:pt x="47" y="19"/>
                    </a:cubicBezTo>
                    <a:cubicBezTo>
                      <a:pt x="47" y="19"/>
                      <a:pt x="47" y="19"/>
                      <a:pt x="47" y="19"/>
                    </a:cubicBezTo>
                    <a:close/>
                    <a:moveTo>
                      <a:pt x="77" y="36"/>
                    </a:moveTo>
                    <a:cubicBezTo>
                      <a:pt x="80" y="33"/>
                      <a:pt x="80" y="33"/>
                      <a:pt x="80" y="33"/>
                    </a:cubicBezTo>
                    <a:cubicBezTo>
                      <a:pt x="81" y="34"/>
                      <a:pt x="82" y="35"/>
                      <a:pt x="83" y="35"/>
                    </a:cubicBezTo>
                    <a:cubicBezTo>
                      <a:pt x="85" y="35"/>
                      <a:pt x="86" y="36"/>
                      <a:pt x="87" y="36"/>
                    </a:cubicBezTo>
                    <a:cubicBezTo>
                      <a:pt x="91" y="36"/>
                      <a:pt x="94" y="34"/>
                      <a:pt x="97" y="31"/>
                    </a:cubicBezTo>
                    <a:cubicBezTo>
                      <a:pt x="99" y="28"/>
                      <a:pt x="100" y="25"/>
                      <a:pt x="100" y="20"/>
                    </a:cubicBezTo>
                    <a:cubicBezTo>
                      <a:pt x="100" y="20"/>
                      <a:pt x="100" y="20"/>
                      <a:pt x="100" y="20"/>
                    </a:cubicBezTo>
                    <a:cubicBezTo>
                      <a:pt x="99" y="22"/>
                      <a:pt x="97" y="24"/>
                      <a:pt x="95" y="25"/>
                    </a:cubicBezTo>
                    <a:cubicBezTo>
                      <a:pt x="93" y="26"/>
                      <a:pt x="91" y="26"/>
                      <a:pt x="88" y="26"/>
                    </a:cubicBezTo>
                    <a:cubicBezTo>
                      <a:pt x="85" y="26"/>
                      <a:pt x="82" y="25"/>
                      <a:pt x="79" y="23"/>
                    </a:cubicBezTo>
                    <a:cubicBezTo>
                      <a:pt x="77" y="21"/>
                      <a:pt x="76" y="18"/>
                      <a:pt x="76" y="15"/>
                    </a:cubicBezTo>
                    <a:cubicBezTo>
                      <a:pt x="76" y="11"/>
                      <a:pt x="78" y="7"/>
                      <a:pt x="81" y="4"/>
                    </a:cubicBezTo>
                    <a:cubicBezTo>
                      <a:pt x="84" y="2"/>
                      <a:pt x="88" y="0"/>
                      <a:pt x="93" y="0"/>
                    </a:cubicBezTo>
                    <a:cubicBezTo>
                      <a:pt x="98" y="0"/>
                      <a:pt x="102" y="2"/>
                      <a:pt x="105" y="5"/>
                    </a:cubicBezTo>
                    <a:cubicBezTo>
                      <a:pt x="108" y="8"/>
                      <a:pt x="110" y="12"/>
                      <a:pt x="110" y="17"/>
                    </a:cubicBezTo>
                    <a:cubicBezTo>
                      <a:pt x="110" y="20"/>
                      <a:pt x="109" y="23"/>
                      <a:pt x="108" y="26"/>
                    </a:cubicBezTo>
                    <a:cubicBezTo>
                      <a:pt x="107" y="29"/>
                      <a:pt x="106" y="31"/>
                      <a:pt x="104" y="33"/>
                    </a:cubicBezTo>
                    <a:cubicBezTo>
                      <a:pt x="101" y="35"/>
                      <a:pt x="99" y="36"/>
                      <a:pt x="96" y="38"/>
                    </a:cubicBezTo>
                    <a:cubicBezTo>
                      <a:pt x="93" y="39"/>
                      <a:pt x="91" y="39"/>
                      <a:pt x="87" y="39"/>
                    </a:cubicBezTo>
                    <a:cubicBezTo>
                      <a:pt x="85" y="39"/>
                      <a:pt x="83" y="39"/>
                      <a:pt x="81" y="38"/>
                    </a:cubicBezTo>
                    <a:cubicBezTo>
                      <a:pt x="80" y="38"/>
                      <a:pt x="78" y="37"/>
                      <a:pt x="77" y="36"/>
                    </a:cubicBezTo>
                    <a:cubicBezTo>
                      <a:pt x="77" y="36"/>
                      <a:pt x="77" y="36"/>
                      <a:pt x="77" y="36"/>
                    </a:cubicBezTo>
                    <a:close/>
                    <a:moveTo>
                      <a:pt x="93" y="21"/>
                    </a:moveTo>
                    <a:cubicBezTo>
                      <a:pt x="95" y="21"/>
                      <a:pt x="97" y="21"/>
                      <a:pt x="98" y="19"/>
                    </a:cubicBezTo>
                    <a:cubicBezTo>
                      <a:pt x="99" y="18"/>
                      <a:pt x="100" y="16"/>
                      <a:pt x="100" y="14"/>
                    </a:cubicBezTo>
                    <a:cubicBezTo>
                      <a:pt x="100" y="11"/>
                      <a:pt x="99" y="8"/>
                      <a:pt x="98" y="6"/>
                    </a:cubicBezTo>
                    <a:cubicBezTo>
                      <a:pt x="96" y="4"/>
                      <a:pt x="94" y="3"/>
                      <a:pt x="92" y="3"/>
                    </a:cubicBezTo>
                    <a:cubicBezTo>
                      <a:pt x="90" y="3"/>
                      <a:pt x="88" y="4"/>
                      <a:pt x="87" y="6"/>
                    </a:cubicBezTo>
                    <a:cubicBezTo>
                      <a:pt x="86" y="7"/>
                      <a:pt x="86" y="9"/>
                      <a:pt x="86" y="12"/>
                    </a:cubicBezTo>
                    <a:cubicBezTo>
                      <a:pt x="86" y="15"/>
                      <a:pt x="87" y="17"/>
                      <a:pt x="88" y="19"/>
                    </a:cubicBezTo>
                    <a:cubicBezTo>
                      <a:pt x="89" y="21"/>
                      <a:pt x="91" y="21"/>
                      <a:pt x="93" y="21"/>
                    </a:cubicBezTo>
                    <a:cubicBezTo>
                      <a:pt x="93" y="21"/>
                      <a:pt x="93" y="21"/>
                      <a:pt x="93" y="21"/>
                    </a:cubicBezTo>
                    <a:close/>
                    <a:moveTo>
                      <a:pt x="133" y="18"/>
                    </a:moveTo>
                    <a:cubicBezTo>
                      <a:pt x="131" y="18"/>
                      <a:pt x="130" y="19"/>
                      <a:pt x="128" y="20"/>
                    </a:cubicBezTo>
                    <a:cubicBezTo>
                      <a:pt x="127" y="21"/>
                      <a:pt x="127" y="23"/>
                      <a:pt x="127" y="25"/>
                    </a:cubicBezTo>
                    <a:cubicBezTo>
                      <a:pt x="127" y="29"/>
                      <a:pt x="127" y="31"/>
                      <a:pt x="129" y="33"/>
                    </a:cubicBezTo>
                    <a:cubicBezTo>
                      <a:pt x="130" y="35"/>
                      <a:pt x="132" y="36"/>
                      <a:pt x="134" y="36"/>
                    </a:cubicBezTo>
                    <a:cubicBezTo>
                      <a:pt x="136" y="36"/>
                      <a:pt x="138" y="35"/>
                      <a:pt x="139" y="34"/>
                    </a:cubicBezTo>
                    <a:cubicBezTo>
                      <a:pt x="140" y="33"/>
                      <a:pt x="140" y="31"/>
                      <a:pt x="140" y="28"/>
                    </a:cubicBezTo>
                    <a:cubicBezTo>
                      <a:pt x="140" y="25"/>
                      <a:pt x="140" y="22"/>
                      <a:pt x="139" y="21"/>
                    </a:cubicBezTo>
                    <a:cubicBezTo>
                      <a:pt x="137" y="19"/>
                      <a:pt x="136" y="18"/>
                      <a:pt x="133" y="18"/>
                    </a:cubicBezTo>
                    <a:cubicBezTo>
                      <a:pt x="133" y="18"/>
                      <a:pt x="133" y="18"/>
                      <a:pt x="133" y="18"/>
                    </a:cubicBezTo>
                    <a:close/>
                    <a:moveTo>
                      <a:pt x="150" y="4"/>
                    </a:moveTo>
                    <a:cubicBezTo>
                      <a:pt x="146" y="6"/>
                      <a:pt x="146" y="6"/>
                      <a:pt x="146" y="6"/>
                    </a:cubicBezTo>
                    <a:cubicBezTo>
                      <a:pt x="145" y="5"/>
                      <a:pt x="144" y="5"/>
                      <a:pt x="143" y="5"/>
                    </a:cubicBezTo>
                    <a:cubicBezTo>
                      <a:pt x="142" y="4"/>
                      <a:pt x="141" y="4"/>
                      <a:pt x="139" y="4"/>
                    </a:cubicBezTo>
                    <a:cubicBezTo>
                      <a:pt x="135" y="4"/>
                      <a:pt x="132" y="5"/>
                      <a:pt x="130" y="8"/>
                    </a:cubicBezTo>
                    <a:cubicBezTo>
                      <a:pt x="127" y="11"/>
                      <a:pt x="126" y="15"/>
                      <a:pt x="126" y="19"/>
                    </a:cubicBezTo>
                    <a:cubicBezTo>
                      <a:pt x="126" y="19"/>
                      <a:pt x="126" y="19"/>
                      <a:pt x="126" y="19"/>
                    </a:cubicBezTo>
                    <a:cubicBezTo>
                      <a:pt x="127" y="17"/>
                      <a:pt x="129" y="16"/>
                      <a:pt x="131" y="15"/>
                    </a:cubicBezTo>
                    <a:cubicBezTo>
                      <a:pt x="133" y="14"/>
                      <a:pt x="135" y="13"/>
                      <a:pt x="138" y="13"/>
                    </a:cubicBezTo>
                    <a:cubicBezTo>
                      <a:pt x="142" y="13"/>
                      <a:pt x="145" y="14"/>
                      <a:pt x="147" y="16"/>
                    </a:cubicBezTo>
                    <a:cubicBezTo>
                      <a:pt x="149" y="18"/>
                      <a:pt x="150" y="21"/>
                      <a:pt x="150" y="25"/>
                    </a:cubicBezTo>
                    <a:cubicBezTo>
                      <a:pt x="150" y="29"/>
                      <a:pt x="149" y="32"/>
                      <a:pt x="146" y="35"/>
                    </a:cubicBezTo>
                    <a:cubicBezTo>
                      <a:pt x="143" y="38"/>
                      <a:pt x="139" y="39"/>
                      <a:pt x="134" y="39"/>
                    </a:cubicBezTo>
                    <a:cubicBezTo>
                      <a:pt x="128" y="39"/>
                      <a:pt x="124" y="38"/>
                      <a:pt x="121" y="35"/>
                    </a:cubicBezTo>
                    <a:cubicBezTo>
                      <a:pt x="118" y="32"/>
                      <a:pt x="116" y="27"/>
                      <a:pt x="116" y="22"/>
                    </a:cubicBezTo>
                    <a:cubicBezTo>
                      <a:pt x="116" y="19"/>
                      <a:pt x="117" y="16"/>
                      <a:pt x="118" y="13"/>
                    </a:cubicBezTo>
                    <a:cubicBezTo>
                      <a:pt x="119" y="11"/>
                      <a:pt x="121" y="9"/>
                      <a:pt x="123" y="7"/>
                    </a:cubicBezTo>
                    <a:cubicBezTo>
                      <a:pt x="125" y="5"/>
                      <a:pt x="127" y="3"/>
                      <a:pt x="130" y="2"/>
                    </a:cubicBezTo>
                    <a:cubicBezTo>
                      <a:pt x="133" y="1"/>
                      <a:pt x="136" y="0"/>
                      <a:pt x="139" y="0"/>
                    </a:cubicBezTo>
                    <a:cubicBezTo>
                      <a:pt x="141" y="0"/>
                      <a:pt x="143" y="1"/>
                      <a:pt x="145" y="1"/>
                    </a:cubicBezTo>
                    <a:cubicBezTo>
                      <a:pt x="147" y="2"/>
                      <a:pt x="148" y="3"/>
                      <a:pt x="15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34" name="ïsļîḑè"/>
              <p:cNvSpPr/>
              <p:nvPr/>
            </p:nvSpPr>
            <p:spPr bwMode="auto">
              <a:xfrm>
                <a:off x="2190751" y="2551113"/>
                <a:ext cx="1754188" cy="1651000"/>
              </a:xfrm>
              <a:custGeom>
                <a:avLst/>
                <a:gdLst>
                  <a:gd name="T0" fmla="*/ 266 w 532"/>
                  <a:gd name="T1" fmla="*/ 0 h 500"/>
                  <a:gd name="T2" fmla="*/ 532 w 532"/>
                  <a:gd name="T3" fmla="*/ 266 h 500"/>
                  <a:gd name="T4" fmla="*/ 395 w 532"/>
                  <a:gd name="T5" fmla="*/ 500 h 500"/>
                  <a:gd name="T6" fmla="*/ 389 w 532"/>
                  <a:gd name="T7" fmla="*/ 489 h 500"/>
                  <a:gd name="T8" fmla="*/ 521 w 532"/>
                  <a:gd name="T9" fmla="*/ 266 h 500"/>
                  <a:gd name="T10" fmla="*/ 266 w 532"/>
                  <a:gd name="T11" fmla="*/ 12 h 500"/>
                  <a:gd name="T12" fmla="*/ 11 w 532"/>
                  <a:gd name="T13" fmla="*/ 266 h 500"/>
                  <a:gd name="T14" fmla="*/ 144 w 532"/>
                  <a:gd name="T15" fmla="*/ 490 h 500"/>
                  <a:gd name="T16" fmla="*/ 139 w 532"/>
                  <a:gd name="T17" fmla="*/ 500 h 500"/>
                  <a:gd name="T18" fmla="*/ 0 w 532"/>
                  <a:gd name="T19" fmla="*/ 266 h 500"/>
                  <a:gd name="T20" fmla="*/ 266 w 532"/>
                  <a:gd name="T2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2" h="500">
                    <a:moveTo>
                      <a:pt x="266" y="0"/>
                    </a:moveTo>
                    <a:cubicBezTo>
                      <a:pt x="413" y="0"/>
                      <a:pt x="532" y="120"/>
                      <a:pt x="532" y="266"/>
                    </a:cubicBezTo>
                    <a:cubicBezTo>
                      <a:pt x="532" y="367"/>
                      <a:pt x="477" y="454"/>
                      <a:pt x="395" y="500"/>
                    </a:cubicBezTo>
                    <a:cubicBezTo>
                      <a:pt x="389" y="489"/>
                      <a:pt x="389" y="489"/>
                      <a:pt x="389" y="489"/>
                    </a:cubicBezTo>
                    <a:cubicBezTo>
                      <a:pt x="468" y="446"/>
                      <a:pt x="521" y="362"/>
                      <a:pt x="521" y="266"/>
                    </a:cubicBezTo>
                    <a:cubicBezTo>
                      <a:pt x="521" y="126"/>
                      <a:pt x="407" y="12"/>
                      <a:pt x="266" y="12"/>
                    </a:cubicBezTo>
                    <a:cubicBezTo>
                      <a:pt x="126" y="12"/>
                      <a:pt x="11" y="126"/>
                      <a:pt x="11" y="266"/>
                    </a:cubicBezTo>
                    <a:cubicBezTo>
                      <a:pt x="11" y="363"/>
                      <a:pt x="65" y="447"/>
                      <a:pt x="144" y="490"/>
                    </a:cubicBezTo>
                    <a:cubicBezTo>
                      <a:pt x="139" y="500"/>
                      <a:pt x="139" y="500"/>
                      <a:pt x="139" y="500"/>
                    </a:cubicBezTo>
                    <a:cubicBezTo>
                      <a:pt x="56" y="455"/>
                      <a:pt x="0" y="367"/>
                      <a:pt x="0" y="266"/>
                    </a:cubicBezTo>
                    <a:cubicBezTo>
                      <a:pt x="0" y="120"/>
                      <a:pt x="120" y="0"/>
                      <a:pt x="2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grpSp>
        <p:sp>
          <p:nvSpPr>
            <p:cNvPr id="15" name="íšľïḋé"/>
            <p:cNvSpPr/>
            <p:nvPr/>
          </p:nvSpPr>
          <p:spPr bwMode="auto">
            <a:xfrm>
              <a:off x="7169402" y="3361464"/>
              <a:ext cx="4000166" cy="237633"/>
            </a:xfrm>
            <a:custGeom>
              <a:avLst/>
              <a:gdLst>
                <a:gd name="T0" fmla="*/ 2 w 1702"/>
                <a:gd name="T1" fmla="*/ 29 h 101"/>
                <a:gd name="T2" fmla="*/ 49 w 1702"/>
                <a:gd name="T3" fmla="*/ 13 h 101"/>
                <a:gd name="T4" fmla="*/ 59 w 1702"/>
                <a:gd name="T5" fmla="*/ 92 h 101"/>
                <a:gd name="T6" fmla="*/ 87 w 1702"/>
                <a:gd name="T7" fmla="*/ 93 h 101"/>
                <a:gd name="T8" fmla="*/ 110 w 1702"/>
                <a:gd name="T9" fmla="*/ 3 h 101"/>
                <a:gd name="T10" fmla="*/ 133 w 1702"/>
                <a:gd name="T11" fmla="*/ 99 h 101"/>
                <a:gd name="T12" fmla="*/ 235 w 1702"/>
                <a:gd name="T13" fmla="*/ 34 h 101"/>
                <a:gd name="T14" fmla="*/ 240 w 1702"/>
                <a:gd name="T15" fmla="*/ 77 h 101"/>
                <a:gd name="T16" fmla="*/ 254 w 1702"/>
                <a:gd name="T17" fmla="*/ 99 h 101"/>
                <a:gd name="T18" fmla="*/ 263 w 1702"/>
                <a:gd name="T19" fmla="*/ 2 h 101"/>
                <a:gd name="T20" fmla="*/ 326 w 1702"/>
                <a:gd name="T21" fmla="*/ 9 h 101"/>
                <a:gd name="T22" fmla="*/ 354 w 1702"/>
                <a:gd name="T23" fmla="*/ 9 h 101"/>
                <a:gd name="T24" fmla="*/ 318 w 1702"/>
                <a:gd name="T25" fmla="*/ 93 h 101"/>
                <a:gd name="T26" fmla="*/ 299 w 1702"/>
                <a:gd name="T27" fmla="*/ 98 h 101"/>
                <a:gd name="T28" fmla="*/ 377 w 1702"/>
                <a:gd name="T29" fmla="*/ 2 h 101"/>
                <a:gd name="T30" fmla="*/ 415 w 1702"/>
                <a:gd name="T31" fmla="*/ 82 h 101"/>
                <a:gd name="T32" fmla="*/ 454 w 1702"/>
                <a:gd name="T33" fmla="*/ 2 h 101"/>
                <a:gd name="T34" fmla="*/ 398 w 1702"/>
                <a:gd name="T35" fmla="*/ 93 h 101"/>
                <a:gd name="T36" fmla="*/ 510 w 1702"/>
                <a:gd name="T37" fmla="*/ 93 h 101"/>
                <a:gd name="T38" fmla="*/ 528 w 1702"/>
                <a:gd name="T39" fmla="*/ 2 h 101"/>
                <a:gd name="T40" fmla="*/ 534 w 1702"/>
                <a:gd name="T41" fmla="*/ 93 h 101"/>
                <a:gd name="T42" fmla="*/ 669 w 1702"/>
                <a:gd name="T43" fmla="*/ 9 h 101"/>
                <a:gd name="T44" fmla="*/ 680 w 1702"/>
                <a:gd name="T45" fmla="*/ 17 h 101"/>
                <a:gd name="T46" fmla="*/ 598 w 1702"/>
                <a:gd name="T47" fmla="*/ 98 h 101"/>
                <a:gd name="T48" fmla="*/ 607 w 1702"/>
                <a:gd name="T49" fmla="*/ 3 h 101"/>
                <a:gd name="T50" fmla="*/ 793 w 1702"/>
                <a:gd name="T51" fmla="*/ 3 h 101"/>
                <a:gd name="T52" fmla="*/ 827 w 1702"/>
                <a:gd name="T53" fmla="*/ 89 h 101"/>
                <a:gd name="T54" fmla="*/ 860 w 1702"/>
                <a:gd name="T55" fmla="*/ 2 h 101"/>
                <a:gd name="T56" fmla="*/ 781 w 1702"/>
                <a:gd name="T57" fmla="*/ 16 h 101"/>
                <a:gd name="T58" fmla="*/ 981 w 1702"/>
                <a:gd name="T59" fmla="*/ 7 h 101"/>
                <a:gd name="T60" fmla="*/ 914 w 1702"/>
                <a:gd name="T61" fmla="*/ 99 h 101"/>
                <a:gd name="T62" fmla="*/ 882 w 1702"/>
                <a:gd name="T63" fmla="*/ 7 h 101"/>
                <a:gd name="T64" fmla="*/ 1006 w 1702"/>
                <a:gd name="T65" fmla="*/ 91 h 101"/>
                <a:gd name="T66" fmla="*/ 1042 w 1702"/>
                <a:gd name="T67" fmla="*/ 2 h 101"/>
                <a:gd name="T68" fmla="*/ 1020 w 1702"/>
                <a:gd name="T69" fmla="*/ 98 h 101"/>
                <a:gd name="T70" fmla="*/ 1054 w 1702"/>
                <a:gd name="T71" fmla="*/ 2 h 101"/>
                <a:gd name="T72" fmla="*/ 1090 w 1702"/>
                <a:gd name="T73" fmla="*/ 15 h 101"/>
                <a:gd name="T74" fmla="*/ 1137 w 1702"/>
                <a:gd name="T75" fmla="*/ 2 h 101"/>
                <a:gd name="T76" fmla="*/ 1173 w 1702"/>
                <a:gd name="T77" fmla="*/ 91 h 101"/>
                <a:gd name="T78" fmla="*/ 1224 w 1702"/>
                <a:gd name="T79" fmla="*/ 2 h 101"/>
                <a:gd name="T80" fmla="*/ 1210 w 1702"/>
                <a:gd name="T81" fmla="*/ 46 h 101"/>
                <a:gd name="T82" fmla="*/ 1211 w 1702"/>
                <a:gd name="T83" fmla="*/ 52 h 101"/>
                <a:gd name="T84" fmla="*/ 1221 w 1702"/>
                <a:gd name="T85" fmla="*/ 98 h 101"/>
                <a:gd name="T86" fmla="*/ 1267 w 1702"/>
                <a:gd name="T87" fmla="*/ 9 h 101"/>
                <a:gd name="T88" fmla="*/ 1333 w 1702"/>
                <a:gd name="T89" fmla="*/ 40 h 101"/>
                <a:gd name="T90" fmla="*/ 1324 w 1702"/>
                <a:gd name="T91" fmla="*/ 96 h 101"/>
                <a:gd name="T92" fmla="*/ 1302 w 1702"/>
                <a:gd name="T93" fmla="*/ 93 h 101"/>
                <a:gd name="T94" fmla="*/ 1318 w 1702"/>
                <a:gd name="T95" fmla="*/ 28 h 101"/>
                <a:gd name="T96" fmla="*/ 1413 w 1702"/>
                <a:gd name="T97" fmla="*/ 88 h 101"/>
                <a:gd name="T98" fmla="*/ 1431 w 1702"/>
                <a:gd name="T99" fmla="*/ 4 h 101"/>
                <a:gd name="T100" fmla="*/ 1407 w 1702"/>
                <a:gd name="T101" fmla="*/ 38 h 101"/>
                <a:gd name="T102" fmla="*/ 1370 w 1702"/>
                <a:gd name="T103" fmla="*/ 73 h 101"/>
                <a:gd name="T104" fmla="*/ 1465 w 1702"/>
                <a:gd name="T105" fmla="*/ 9 h 101"/>
                <a:gd name="T106" fmla="*/ 1491 w 1702"/>
                <a:gd name="T107" fmla="*/ 16 h 101"/>
                <a:gd name="T108" fmla="*/ 1456 w 1702"/>
                <a:gd name="T109" fmla="*/ 99 h 101"/>
                <a:gd name="T110" fmla="*/ 1517 w 1702"/>
                <a:gd name="T111" fmla="*/ 26 h 101"/>
                <a:gd name="T112" fmla="*/ 1586 w 1702"/>
                <a:gd name="T113" fmla="*/ 13 h 101"/>
                <a:gd name="T114" fmla="*/ 1545 w 1702"/>
                <a:gd name="T115" fmla="*/ 98 h 101"/>
                <a:gd name="T116" fmla="*/ 1656 w 1702"/>
                <a:gd name="T117" fmla="*/ 98 h 101"/>
                <a:gd name="T118" fmla="*/ 1610 w 1702"/>
                <a:gd name="T119" fmla="*/ 7 h 101"/>
                <a:gd name="T120" fmla="*/ 1644 w 1702"/>
                <a:gd name="T121" fmla="*/ 12 h 101"/>
                <a:gd name="T122" fmla="*/ 1688 w 1702"/>
                <a:gd name="T123"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2" h="101">
                  <a:moveTo>
                    <a:pt x="1" y="66"/>
                  </a:moveTo>
                  <a:cubicBezTo>
                    <a:pt x="11" y="66"/>
                    <a:pt x="11" y="66"/>
                    <a:pt x="11" y="66"/>
                  </a:cubicBezTo>
                  <a:cubicBezTo>
                    <a:pt x="11" y="75"/>
                    <a:pt x="13" y="81"/>
                    <a:pt x="16" y="85"/>
                  </a:cubicBezTo>
                  <a:cubicBezTo>
                    <a:pt x="20" y="90"/>
                    <a:pt x="25" y="92"/>
                    <a:pt x="32" y="92"/>
                  </a:cubicBezTo>
                  <a:cubicBezTo>
                    <a:pt x="37" y="92"/>
                    <a:pt x="41" y="90"/>
                    <a:pt x="44" y="88"/>
                  </a:cubicBezTo>
                  <a:cubicBezTo>
                    <a:pt x="48" y="85"/>
                    <a:pt x="49" y="82"/>
                    <a:pt x="49" y="77"/>
                  </a:cubicBezTo>
                  <a:cubicBezTo>
                    <a:pt x="49" y="74"/>
                    <a:pt x="48" y="71"/>
                    <a:pt x="46" y="68"/>
                  </a:cubicBezTo>
                  <a:cubicBezTo>
                    <a:pt x="44" y="66"/>
                    <a:pt x="39" y="63"/>
                    <a:pt x="31" y="60"/>
                  </a:cubicBezTo>
                  <a:cubicBezTo>
                    <a:pt x="20" y="55"/>
                    <a:pt x="12" y="51"/>
                    <a:pt x="8" y="46"/>
                  </a:cubicBezTo>
                  <a:cubicBezTo>
                    <a:pt x="4" y="41"/>
                    <a:pt x="2" y="36"/>
                    <a:pt x="2" y="29"/>
                  </a:cubicBezTo>
                  <a:cubicBezTo>
                    <a:pt x="2" y="20"/>
                    <a:pt x="5" y="13"/>
                    <a:pt x="11" y="8"/>
                  </a:cubicBezTo>
                  <a:cubicBezTo>
                    <a:pt x="17" y="2"/>
                    <a:pt x="25" y="0"/>
                    <a:pt x="34" y="0"/>
                  </a:cubicBezTo>
                  <a:cubicBezTo>
                    <a:pt x="38" y="0"/>
                    <a:pt x="42" y="0"/>
                    <a:pt x="47" y="1"/>
                  </a:cubicBezTo>
                  <a:cubicBezTo>
                    <a:pt x="51" y="1"/>
                    <a:pt x="56" y="2"/>
                    <a:pt x="62" y="3"/>
                  </a:cubicBezTo>
                  <a:cubicBezTo>
                    <a:pt x="62" y="4"/>
                    <a:pt x="62" y="4"/>
                    <a:pt x="62" y="4"/>
                  </a:cubicBezTo>
                  <a:cubicBezTo>
                    <a:pt x="62" y="9"/>
                    <a:pt x="62" y="14"/>
                    <a:pt x="62" y="17"/>
                  </a:cubicBezTo>
                  <a:cubicBezTo>
                    <a:pt x="62" y="19"/>
                    <a:pt x="62" y="23"/>
                    <a:pt x="62" y="29"/>
                  </a:cubicBezTo>
                  <a:cubicBezTo>
                    <a:pt x="62" y="29"/>
                    <a:pt x="62" y="29"/>
                    <a:pt x="62" y="29"/>
                  </a:cubicBezTo>
                  <a:cubicBezTo>
                    <a:pt x="54" y="29"/>
                    <a:pt x="54" y="29"/>
                    <a:pt x="54" y="29"/>
                  </a:cubicBezTo>
                  <a:cubicBezTo>
                    <a:pt x="54" y="22"/>
                    <a:pt x="53" y="17"/>
                    <a:pt x="49" y="13"/>
                  </a:cubicBezTo>
                  <a:cubicBezTo>
                    <a:pt x="46" y="10"/>
                    <a:pt x="42" y="8"/>
                    <a:pt x="36" y="8"/>
                  </a:cubicBezTo>
                  <a:cubicBezTo>
                    <a:pt x="31" y="8"/>
                    <a:pt x="27" y="9"/>
                    <a:pt x="25" y="11"/>
                  </a:cubicBezTo>
                  <a:cubicBezTo>
                    <a:pt x="22" y="14"/>
                    <a:pt x="21" y="17"/>
                    <a:pt x="21" y="21"/>
                  </a:cubicBezTo>
                  <a:cubicBezTo>
                    <a:pt x="21" y="24"/>
                    <a:pt x="22" y="27"/>
                    <a:pt x="24" y="30"/>
                  </a:cubicBezTo>
                  <a:cubicBezTo>
                    <a:pt x="26" y="32"/>
                    <a:pt x="31" y="35"/>
                    <a:pt x="39" y="38"/>
                  </a:cubicBezTo>
                  <a:cubicBezTo>
                    <a:pt x="40" y="38"/>
                    <a:pt x="41" y="39"/>
                    <a:pt x="43" y="40"/>
                  </a:cubicBezTo>
                  <a:cubicBezTo>
                    <a:pt x="51" y="43"/>
                    <a:pt x="57" y="46"/>
                    <a:pt x="60" y="49"/>
                  </a:cubicBezTo>
                  <a:cubicBezTo>
                    <a:pt x="63" y="51"/>
                    <a:pt x="65" y="55"/>
                    <a:pt x="66" y="58"/>
                  </a:cubicBezTo>
                  <a:cubicBezTo>
                    <a:pt x="68" y="61"/>
                    <a:pt x="69" y="65"/>
                    <a:pt x="69" y="69"/>
                  </a:cubicBezTo>
                  <a:cubicBezTo>
                    <a:pt x="69" y="79"/>
                    <a:pt x="65" y="86"/>
                    <a:pt x="59" y="92"/>
                  </a:cubicBezTo>
                  <a:cubicBezTo>
                    <a:pt x="53" y="98"/>
                    <a:pt x="44" y="101"/>
                    <a:pt x="33" y="101"/>
                  </a:cubicBezTo>
                  <a:cubicBezTo>
                    <a:pt x="27" y="101"/>
                    <a:pt x="21" y="100"/>
                    <a:pt x="16" y="99"/>
                  </a:cubicBezTo>
                  <a:cubicBezTo>
                    <a:pt x="11" y="98"/>
                    <a:pt x="5" y="96"/>
                    <a:pt x="0" y="93"/>
                  </a:cubicBezTo>
                  <a:cubicBezTo>
                    <a:pt x="1" y="90"/>
                    <a:pt x="1" y="87"/>
                    <a:pt x="1" y="83"/>
                  </a:cubicBezTo>
                  <a:cubicBezTo>
                    <a:pt x="1" y="80"/>
                    <a:pt x="1" y="77"/>
                    <a:pt x="1" y="73"/>
                  </a:cubicBezTo>
                  <a:cubicBezTo>
                    <a:pt x="1" y="71"/>
                    <a:pt x="1" y="70"/>
                    <a:pt x="1" y="69"/>
                  </a:cubicBezTo>
                  <a:cubicBezTo>
                    <a:pt x="1" y="68"/>
                    <a:pt x="1" y="67"/>
                    <a:pt x="1" y="66"/>
                  </a:cubicBezTo>
                  <a:cubicBezTo>
                    <a:pt x="1" y="66"/>
                    <a:pt x="1" y="66"/>
                    <a:pt x="1" y="66"/>
                  </a:cubicBezTo>
                  <a:close/>
                  <a:moveTo>
                    <a:pt x="87" y="99"/>
                  </a:moveTo>
                  <a:cubicBezTo>
                    <a:pt x="87" y="93"/>
                    <a:pt x="87" y="93"/>
                    <a:pt x="87" y="93"/>
                  </a:cubicBezTo>
                  <a:cubicBezTo>
                    <a:pt x="88" y="93"/>
                    <a:pt x="88" y="93"/>
                    <a:pt x="88" y="93"/>
                  </a:cubicBezTo>
                  <a:cubicBezTo>
                    <a:pt x="93" y="93"/>
                    <a:pt x="95" y="92"/>
                    <a:pt x="97" y="91"/>
                  </a:cubicBezTo>
                  <a:cubicBezTo>
                    <a:pt x="98" y="89"/>
                    <a:pt x="99" y="86"/>
                    <a:pt x="99" y="81"/>
                  </a:cubicBezTo>
                  <a:cubicBezTo>
                    <a:pt x="99" y="16"/>
                    <a:pt x="99" y="16"/>
                    <a:pt x="99" y="16"/>
                  </a:cubicBezTo>
                  <a:cubicBezTo>
                    <a:pt x="99" y="13"/>
                    <a:pt x="98" y="11"/>
                    <a:pt x="97" y="9"/>
                  </a:cubicBezTo>
                  <a:cubicBezTo>
                    <a:pt x="95" y="8"/>
                    <a:pt x="93" y="7"/>
                    <a:pt x="89" y="7"/>
                  </a:cubicBezTo>
                  <a:cubicBezTo>
                    <a:pt x="87" y="7"/>
                    <a:pt x="87" y="7"/>
                    <a:pt x="87" y="7"/>
                  </a:cubicBezTo>
                  <a:cubicBezTo>
                    <a:pt x="87" y="2"/>
                    <a:pt x="87" y="2"/>
                    <a:pt x="87" y="2"/>
                  </a:cubicBezTo>
                  <a:cubicBezTo>
                    <a:pt x="91" y="2"/>
                    <a:pt x="95" y="2"/>
                    <a:pt x="99" y="2"/>
                  </a:cubicBezTo>
                  <a:cubicBezTo>
                    <a:pt x="103" y="3"/>
                    <a:pt x="107" y="3"/>
                    <a:pt x="110" y="3"/>
                  </a:cubicBezTo>
                  <a:cubicBezTo>
                    <a:pt x="114" y="3"/>
                    <a:pt x="118" y="3"/>
                    <a:pt x="122" y="2"/>
                  </a:cubicBezTo>
                  <a:cubicBezTo>
                    <a:pt x="126" y="2"/>
                    <a:pt x="129" y="2"/>
                    <a:pt x="133" y="2"/>
                  </a:cubicBezTo>
                  <a:cubicBezTo>
                    <a:pt x="133" y="7"/>
                    <a:pt x="133" y="7"/>
                    <a:pt x="133" y="7"/>
                  </a:cubicBezTo>
                  <a:cubicBezTo>
                    <a:pt x="129" y="7"/>
                    <a:pt x="126" y="8"/>
                    <a:pt x="125" y="9"/>
                  </a:cubicBezTo>
                  <a:cubicBezTo>
                    <a:pt x="123" y="10"/>
                    <a:pt x="122" y="12"/>
                    <a:pt x="122" y="16"/>
                  </a:cubicBezTo>
                  <a:cubicBezTo>
                    <a:pt x="122" y="81"/>
                    <a:pt x="122" y="81"/>
                    <a:pt x="122" y="81"/>
                  </a:cubicBezTo>
                  <a:cubicBezTo>
                    <a:pt x="122" y="86"/>
                    <a:pt x="123" y="89"/>
                    <a:pt x="124" y="91"/>
                  </a:cubicBezTo>
                  <a:cubicBezTo>
                    <a:pt x="126" y="92"/>
                    <a:pt x="128" y="93"/>
                    <a:pt x="133" y="93"/>
                  </a:cubicBezTo>
                  <a:cubicBezTo>
                    <a:pt x="133" y="93"/>
                    <a:pt x="133" y="93"/>
                    <a:pt x="133" y="93"/>
                  </a:cubicBezTo>
                  <a:cubicBezTo>
                    <a:pt x="133" y="99"/>
                    <a:pt x="133" y="99"/>
                    <a:pt x="133" y="99"/>
                  </a:cubicBezTo>
                  <a:cubicBezTo>
                    <a:pt x="130" y="98"/>
                    <a:pt x="126" y="98"/>
                    <a:pt x="122" y="98"/>
                  </a:cubicBezTo>
                  <a:cubicBezTo>
                    <a:pt x="118" y="98"/>
                    <a:pt x="114" y="98"/>
                    <a:pt x="110" y="98"/>
                  </a:cubicBezTo>
                  <a:cubicBezTo>
                    <a:pt x="107" y="98"/>
                    <a:pt x="104" y="98"/>
                    <a:pt x="100" y="98"/>
                  </a:cubicBezTo>
                  <a:cubicBezTo>
                    <a:pt x="96" y="98"/>
                    <a:pt x="92" y="98"/>
                    <a:pt x="87" y="99"/>
                  </a:cubicBezTo>
                  <a:cubicBezTo>
                    <a:pt x="87" y="99"/>
                    <a:pt x="87" y="99"/>
                    <a:pt x="87" y="99"/>
                  </a:cubicBezTo>
                  <a:close/>
                  <a:moveTo>
                    <a:pt x="236" y="4"/>
                  </a:moveTo>
                  <a:cubicBezTo>
                    <a:pt x="236" y="8"/>
                    <a:pt x="235" y="11"/>
                    <a:pt x="235" y="14"/>
                  </a:cubicBezTo>
                  <a:cubicBezTo>
                    <a:pt x="235" y="17"/>
                    <a:pt x="235" y="20"/>
                    <a:pt x="235" y="23"/>
                  </a:cubicBezTo>
                  <a:cubicBezTo>
                    <a:pt x="235" y="24"/>
                    <a:pt x="235" y="26"/>
                    <a:pt x="235" y="27"/>
                  </a:cubicBezTo>
                  <a:cubicBezTo>
                    <a:pt x="235" y="29"/>
                    <a:pt x="235" y="31"/>
                    <a:pt x="235" y="34"/>
                  </a:cubicBezTo>
                  <a:cubicBezTo>
                    <a:pt x="227" y="34"/>
                    <a:pt x="227" y="34"/>
                    <a:pt x="227" y="34"/>
                  </a:cubicBezTo>
                  <a:cubicBezTo>
                    <a:pt x="226" y="25"/>
                    <a:pt x="224" y="18"/>
                    <a:pt x="220" y="14"/>
                  </a:cubicBezTo>
                  <a:cubicBezTo>
                    <a:pt x="216" y="10"/>
                    <a:pt x="211" y="7"/>
                    <a:pt x="205" y="7"/>
                  </a:cubicBezTo>
                  <a:cubicBezTo>
                    <a:pt x="195" y="7"/>
                    <a:pt x="188" y="11"/>
                    <a:pt x="183" y="18"/>
                  </a:cubicBezTo>
                  <a:cubicBezTo>
                    <a:pt x="178" y="25"/>
                    <a:pt x="175" y="35"/>
                    <a:pt x="175" y="47"/>
                  </a:cubicBezTo>
                  <a:cubicBezTo>
                    <a:pt x="175" y="60"/>
                    <a:pt x="178" y="71"/>
                    <a:pt x="184" y="78"/>
                  </a:cubicBezTo>
                  <a:cubicBezTo>
                    <a:pt x="189" y="86"/>
                    <a:pt x="197" y="90"/>
                    <a:pt x="206" y="90"/>
                  </a:cubicBezTo>
                  <a:cubicBezTo>
                    <a:pt x="211" y="90"/>
                    <a:pt x="216" y="89"/>
                    <a:pt x="220" y="86"/>
                  </a:cubicBezTo>
                  <a:cubicBezTo>
                    <a:pt x="224" y="83"/>
                    <a:pt x="229" y="79"/>
                    <a:pt x="233" y="73"/>
                  </a:cubicBezTo>
                  <a:cubicBezTo>
                    <a:pt x="240" y="77"/>
                    <a:pt x="240" y="77"/>
                    <a:pt x="240" y="77"/>
                  </a:cubicBezTo>
                  <a:cubicBezTo>
                    <a:pt x="234" y="85"/>
                    <a:pt x="229" y="91"/>
                    <a:pt x="222" y="95"/>
                  </a:cubicBezTo>
                  <a:cubicBezTo>
                    <a:pt x="215" y="99"/>
                    <a:pt x="208" y="101"/>
                    <a:pt x="199" y="101"/>
                  </a:cubicBezTo>
                  <a:cubicBezTo>
                    <a:pt x="184" y="101"/>
                    <a:pt x="172" y="96"/>
                    <a:pt x="164" y="87"/>
                  </a:cubicBezTo>
                  <a:cubicBezTo>
                    <a:pt x="155" y="78"/>
                    <a:pt x="151" y="66"/>
                    <a:pt x="151" y="50"/>
                  </a:cubicBezTo>
                  <a:cubicBezTo>
                    <a:pt x="151" y="35"/>
                    <a:pt x="156" y="23"/>
                    <a:pt x="165" y="14"/>
                  </a:cubicBezTo>
                  <a:cubicBezTo>
                    <a:pt x="175" y="4"/>
                    <a:pt x="187" y="0"/>
                    <a:pt x="203" y="0"/>
                  </a:cubicBezTo>
                  <a:cubicBezTo>
                    <a:pt x="209" y="0"/>
                    <a:pt x="218" y="1"/>
                    <a:pt x="233" y="4"/>
                  </a:cubicBezTo>
                  <a:cubicBezTo>
                    <a:pt x="234" y="4"/>
                    <a:pt x="235" y="4"/>
                    <a:pt x="236" y="4"/>
                  </a:cubicBezTo>
                  <a:cubicBezTo>
                    <a:pt x="236" y="4"/>
                    <a:pt x="236" y="4"/>
                    <a:pt x="236" y="4"/>
                  </a:cubicBezTo>
                  <a:close/>
                  <a:moveTo>
                    <a:pt x="254" y="99"/>
                  </a:moveTo>
                  <a:cubicBezTo>
                    <a:pt x="254" y="93"/>
                    <a:pt x="254" y="93"/>
                    <a:pt x="254" y="93"/>
                  </a:cubicBezTo>
                  <a:cubicBezTo>
                    <a:pt x="255" y="93"/>
                    <a:pt x="255" y="93"/>
                    <a:pt x="255" y="93"/>
                  </a:cubicBezTo>
                  <a:cubicBezTo>
                    <a:pt x="259" y="93"/>
                    <a:pt x="262" y="92"/>
                    <a:pt x="263" y="91"/>
                  </a:cubicBezTo>
                  <a:cubicBezTo>
                    <a:pt x="265" y="89"/>
                    <a:pt x="265" y="86"/>
                    <a:pt x="265" y="81"/>
                  </a:cubicBezTo>
                  <a:cubicBezTo>
                    <a:pt x="265" y="16"/>
                    <a:pt x="265" y="16"/>
                    <a:pt x="265" y="16"/>
                  </a:cubicBezTo>
                  <a:cubicBezTo>
                    <a:pt x="265" y="13"/>
                    <a:pt x="265" y="11"/>
                    <a:pt x="263" y="9"/>
                  </a:cubicBezTo>
                  <a:cubicBezTo>
                    <a:pt x="262" y="8"/>
                    <a:pt x="259" y="7"/>
                    <a:pt x="256" y="7"/>
                  </a:cubicBezTo>
                  <a:cubicBezTo>
                    <a:pt x="254" y="7"/>
                    <a:pt x="254" y="7"/>
                    <a:pt x="254" y="7"/>
                  </a:cubicBezTo>
                  <a:cubicBezTo>
                    <a:pt x="254" y="2"/>
                    <a:pt x="254" y="2"/>
                    <a:pt x="254" y="2"/>
                  </a:cubicBezTo>
                  <a:cubicBezTo>
                    <a:pt x="257" y="2"/>
                    <a:pt x="260" y="2"/>
                    <a:pt x="263" y="2"/>
                  </a:cubicBezTo>
                  <a:cubicBezTo>
                    <a:pt x="267" y="3"/>
                    <a:pt x="271" y="3"/>
                    <a:pt x="277" y="3"/>
                  </a:cubicBezTo>
                  <a:cubicBezTo>
                    <a:pt x="282" y="3"/>
                    <a:pt x="286" y="3"/>
                    <a:pt x="290" y="2"/>
                  </a:cubicBezTo>
                  <a:cubicBezTo>
                    <a:pt x="294" y="2"/>
                    <a:pt x="297" y="2"/>
                    <a:pt x="299" y="2"/>
                  </a:cubicBezTo>
                  <a:cubicBezTo>
                    <a:pt x="299" y="7"/>
                    <a:pt x="299" y="7"/>
                    <a:pt x="299" y="7"/>
                  </a:cubicBezTo>
                  <a:cubicBezTo>
                    <a:pt x="295" y="7"/>
                    <a:pt x="292" y="8"/>
                    <a:pt x="291" y="9"/>
                  </a:cubicBezTo>
                  <a:cubicBezTo>
                    <a:pt x="289" y="10"/>
                    <a:pt x="288" y="12"/>
                    <a:pt x="288" y="16"/>
                  </a:cubicBezTo>
                  <a:cubicBezTo>
                    <a:pt x="288" y="43"/>
                    <a:pt x="288" y="43"/>
                    <a:pt x="288" y="43"/>
                  </a:cubicBezTo>
                  <a:cubicBezTo>
                    <a:pt x="329" y="43"/>
                    <a:pt x="329" y="43"/>
                    <a:pt x="329" y="43"/>
                  </a:cubicBezTo>
                  <a:cubicBezTo>
                    <a:pt x="329" y="16"/>
                    <a:pt x="329" y="16"/>
                    <a:pt x="329" y="16"/>
                  </a:cubicBezTo>
                  <a:cubicBezTo>
                    <a:pt x="329" y="13"/>
                    <a:pt x="328" y="10"/>
                    <a:pt x="326" y="9"/>
                  </a:cubicBezTo>
                  <a:cubicBezTo>
                    <a:pt x="325" y="8"/>
                    <a:pt x="322" y="7"/>
                    <a:pt x="318" y="7"/>
                  </a:cubicBezTo>
                  <a:cubicBezTo>
                    <a:pt x="317" y="7"/>
                    <a:pt x="317" y="7"/>
                    <a:pt x="317" y="7"/>
                  </a:cubicBezTo>
                  <a:cubicBezTo>
                    <a:pt x="317" y="2"/>
                    <a:pt x="317" y="2"/>
                    <a:pt x="317" y="2"/>
                  </a:cubicBezTo>
                  <a:cubicBezTo>
                    <a:pt x="321" y="2"/>
                    <a:pt x="324" y="2"/>
                    <a:pt x="328" y="2"/>
                  </a:cubicBezTo>
                  <a:cubicBezTo>
                    <a:pt x="331" y="3"/>
                    <a:pt x="336" y="3"/>
                    <a:pt x="340" y="3"/>
                  </a:cubicBezTo>
                  <a:cubicBezTo>
                    <a:pt x="345" y="3"/>
                    <a:pt x="349" y="3"/>
                    <a:pt x="352" y="2"/>
                  </a:cubicBezTo>
                  <a:cubicBezTo>
                    <a:pt x="356" y="2"/>
                    <a:pt x="359" y="2"/>
                    <a:pt x="362" y="2"/>
                  </a:cubicBezTo>
                  <a:cubicBezTo>
                    <a:pt x="362" y="7"/>
                    <a:pt x="362" y="7"/>
                    <a:pt x="362" y="7"/>
                  </a:cubicBezTo>
                  <a:cubicBezTo>
                    <a:pt x="361" y="7"/>
                    <a:pt x="361" y="7"/>
                    <a:pt x="361" y="7"/>
                  </a:cubicBezTo>
                  <a:cubicBezTo>
                    <a:pt x="357" y="7"/>
                    <a:pt x="355" y="8"/>
                    <a:pt x="354" y="9"/>
                  </a:cubicBezTo>
                  <a:cubicBezTo>
                    <a:pt x="352" y="11"/>
                    <a:pt x="351" y="13"/>
                    <a:pt x="351" y="16"/>
                  </a:cubicBezTo>
                  <a:cubicBezTo>
                    <a:pt x="351" y="81"/>
                    <a:pt x="351" y="81"/>
                    <a:pt x="351" y="81"/>
                  </a:cubicBezTo>
                  <a:cubicBezTo>
                    <a:pt x="351" y="86"/>
                    <a:pt x="352" y="89"/>
                    <a:pt x="354" y="90"/>
                  </a:cubicBezTo>
                  <a:cubicBezTo>
                    <a:pt x="355" y="92"/>
                    <a:pt x="358" y="93"/>
                    <a:pt x="362" y="93"/>
                  </a:cubicBezTo>
                  <a:cubicBezTo>
                    <a:pt x="362" y="99"/>
                    <a:pt x="362" y="99"/>
                    <a:pt x="362" y="99"/>
                  </a:cubicBezTo>
                  <a:cubicBezTo>
                    <a:pt x="358" y="98"/>
                    <a:pt x="354" y="98"/>
                    <a:pt x="350" y="98"/>
                  </a:cubicBezTo>
                  <a:cubicBezTo>
                    <a:pt x="346" y="98"/>
                    <a:pt x="343" y="98"/>
                    <a:pt x="340" y="98"/>
                  </a:cubicBezTo>
                  <a:cubicBezTo>
                    <a:pt x="338" y="98"/>
                    <a:pt x="336" y="98"/>
                    <a:pt x="332" y="98"/>
                  </a:cubicBezTo>
                  <a:cubicBezTo>
                    <a:pt x="328" y="98"/>
                    <a:pt x="323" y="98"/>
                    <a:pt x="318" y="99"/>
                  </a:cubicBezTo>
                  <a:cubicBezTo>
                    <a:pt x="318" y="93"/>
                    <a:pt x="318" y="93"/>
                    <a:pt x="318" y="93"/>
                  </a:cubicBezTo>
                  <a:cubicBezTo>
                    <a:pt x="318" y="93"/>
                    <a:pt x="318" y="93"/>
                    <a:pt x="318" y="93"/>
                  </a:cubicBezTo>
                  <a:cubicBezTo>
                    <a:pt x="323" y="93"/>
                    <a:pt x="325" y="92"/>
                    <a:pt x="327" y="91"/>
                  </a:cubicBezTo>
                  <a:cubicBezTo>
                    <a:pt x="328" y="89"/>
                    <a:pt x="329" y="86"/>
                    <a:pt x="329" y="81"/>
                  </a:cubicBezTo>
                  <a:cubicBezTo>
                    <a:pt x="329" y="50"/>
                    <a:pt x="329" y="50"/>
                    <a:pt x="329" y="50"/>
                  </a:cubicBezTo>
                  <a:cubicBezTo>
                    <a:pt x="288" y="50"/>
                    <a:pt x="288" y="50"/>
                    <a:pt x="288" y="50"/>
                  </a:cubicBezTo>
                  <a:cubicBezTo>
                    <a:pt x="288" y="81"/>
                    <a:pt x="288" y="81"/>
                    <a:pt x="288" y="81"/>
                  </a:cubicBezTo>
                  <a:cubicBezTo>
                    <a:pt x="288" y="86"/>
                    <a:pt x="289" y="89"/>
                    <a:pt x="290" y="91"/>
                  </a:cubicBezTo>
                  <a:cubicBezTo>
                    <a:pt x="292" y="92"/>
                    <a:pt x="294" y="93"/>
                    <a:pt x="299" y="93"/>
                  </a:cubicBezTo>
                  <a:cubicBezTo>
                    <a:pt x="299" y="93"/>
                    <a:pt x="299" y="93"/>
                    <a:pt x="299" y="93"/>
                  </a:cubicBezTo>
                  <a:cubicBezTo>
                    <a:pt x="299" y="98"/>
                    <a:pt x="299" y="98"/>
                    <a:pt x="299" y="98"/>
                  </a:cubicBezTo>
                  <a:cubicBezTo>
                    <a:pt x="294" y="98"/>
                    <a:pt x="290" y="98"/>
                    <a:pt x="286" y="98"/>
                  </a:cubicBezTo>
                  <a:cubicBezTo>
                    <a:pt x="282" y="98"/>
                    <a:pt x="279" y="98"/>
                    <a:pt x="277" y="98"/>
                  </a:cubicBezTo>
                  <a:cubicBezTo>
                    <a:pt x="273" y="98"/>
                    <a:pt x="270" y="98"/>
                    <a:pt x="266" y="98"/>
                  </a:cubicBezTo>
                  <a:cubicBezTo>
                    <a:pt x="262" y="98"/>
                    <a:pt x="258" y="98"/>
                    <a:pt x="254" y="99"/>
                  </a:cubicBezTo>
                  <a:cubicBezTo>
                    <a:pt x="254" y="99"/>
                    <a:pt x="254" y="99"/>
                    <a:pt x="254" y="99"/>
                  </a:cubicBezTo>
                  <a:close/>
                  <a:moveTo>
                    <a:pt x="388" y="16"/>
                  </a:moveTo>
                  <a:cubicBezTo>
                    <a:pt x="388" y="13"/>
                    <a:pt x="387" y="11"/>
                    <a:pt x="386" y="9"/>
                  </a:cubicBezTo>
                  <a:cubicBezTo>
                    <a:pt x="384" y="8"/>
                    <a:pt x="382" y="7"/>
                    <a:pt x="378" y="7"/>
                  </a:cubicBezTo>
                  <a:cubicBezTo>
                    <a:pt x="377" y="7"/>
                    <a:pt x="377" y="7"/>
                    <a:pt x="377" y="7"/>
                  </a:cubicBezTo>
                  <a:cubicBezTo>
                    <a:pt x="377" y="2"/>
                    <a:pt x="377" y="2"/>
                    <a:pt x="377" y="2"/>
                  </a:cubicBezTo>
                  <a:cubicBezTo>
                    <a:pt x="382" y="2"/>
                    <a:pt x="386" y="2"/>
                    <a:pt x="390" y="3"/>
                  </a:cubicBezTo>
                  <a:cubicBezTo>
                    <a:pt x="393" y="3"/>
                    <a:pt x="397" y="3"/>
                    <a:pt x="400" y="3"/>
                  </a:cubicBezTo>
                  <a:cubicBezTo>
                    <a:pt x="403" y="3"/>
                    <a:pt x="406" y="3"/>
                    <a:pt x="410" y="3"/>
                  </a:cubicBezTo>
                  <a:cubicBezTo>
                    <a:pt x="414" y="2"/>
                    <a:pt x="418" y="2"/>
                    <a:pt x="423" y="2"/>
                  </a:cubicBezTo>
                  <a:cubicBezTo>
                    <a:pt x="423" y="7"/>
                    <a:pt x="423" y="7"/>
                    <a:pt x="423" y="7"/>
                  </a:cubicBezTo>
                  <a:cubicBezTo>
                    <a:pt x="418" y="7"/>
                    <a:pt x="415" y="8"/>
                    <a:pt x="414" y="9"/>
                  </a:cubicBezTo>
                  <a:cubicBezTo>
                    <a:pt x="412" y="10"/>
                    <a:pt x="411" y="12"/>
                    <a:pt x="411" y="16"/>
                  </a:cubicBezTo>
                  <a:cubicBezTo>
                    <a:pt x="411" y="60"/>
                    <a:pt x="411" y="60"/>
                    <a:pt x="411" y="60"/>
                  </a:cubicBezTo>
                  <a:cubicBezTo>
                    <a:pt x="411" y="67"/>
                    <a:pt x="412" y="72"/>
                    <a:pt x="412" y="75"/>
                  </a:cubicBezTo>
                  <a:cubicBezTo>
                    <a:pt x="413" y="78"/>
                    <a:pt x="414" y="80"/>
                    <a:pt x="415" y="82"/>
                  </a:cubicBezTo>
                  <a:cubicBezTo>
                    <a:pt x="417" y="84"/>
                    <a:pt x="420" y="86"/>
                    <a:pt x="423" y="88"/>
                  </a:cubicBezTo>
                  <a:cubicBezTo>
                    <a:pt x="426" y="89"/>
                    <a:pt x="430" y="89"/>
                    <a:pt x="434" y="89"/>
                  </a:cubicBezTo>
                  <a:cubicBezTo>
                    <a:pt x="442" y="89"/>
                    <a:pt x="448" y="87"/>
                    <a:pt x="452" y="83"/>
                  </a:cubicBezTo>
                  <a:cubicBezTo>
                    <a:pt x="456" y="78"/>
                    <a:pt x="457" y="70"/>
                    <a:pt x="457" y="60"/>
                  </a:cubicBezTo>
                  <a:cubicBezTo>
                    <a:pt x="457" y="59"/>
                    <a:pt x="457" y="59"/>
                    <a:pt x="457" y="59"/>
                  </a:cubicBezTo>
                  <a:cubicBezTo>
                    <a:pt x="457" y="18"/>
                    <a:pt x="457" y="18"/>
                    <a:pt x="457" y="18"/>
                  </a:cubicBezTo>
                  <a:cubicBezTo>
                    <a:pt x="457" y="14"/>
                    <a:pt x="457" y="11"/>
                    <a:pt x="455" y="9"/>
                  </a:cubicBezTo>
                  <a:cubicBezTo>
                    <a:pt x="454" y="8"/>
                    <a:pt x="451" y="7"/>
                    <a:pt x="446" y="7"/>
                  </a:cubicBezTo>
                  <a:cubicBezTo>
                    <a:pt x="446" y="2"/>
                    <a:pt x="446" y="2"/>
                    <a:pt x="446" y="2"/>
                  </a:cubicBezTo>
                  <a:cubicBezTo>
                    <a:pt x="449" y="2"/>
                    <a:pt x="452" y="2"/>
                    <a:pt x="454" y="2"/>
                  </a:cubicBezTo>
                  <a:cubicBezTo>
                    <a:pt x="456" y="2"/>
                    <a:pt x="458" y="3"/>
                    <a:pt x="460" y="3"/>
                  </a:cubicBezTo>
                  <a:cubicBezTo>
                    <a:pt x="462" y="3"/>
                    <a:pt x="465" y="2"/>
                    <a:pt x="467" y="2"/>
                  </a:cubicBezTo>
                  <a:cubicBezTo>
                    <a:pt x="469" y="2"/>
                    <a:pt x="472" y="2"/>
                    <a:pt x="474" y="2"/>
                  </a:cubicBezTo>
                  <a:cubicBezTo>
                    <a:pt x="474" y="7"/>
                    <a:pt x="474" y="7"/>
                    <a:pt x="474" y="7"/>
                  </a:cubicBezTo>
                  <a:cubicBezTo>
                    <a:pt x="471" y="7"/>
                    <a:pt x="469" y="8"/>
                    <a:pt x="468" y="9"/>
                  </a:cubicBezTo>
                  <a:cubicBezTo>
                    <a:pt x="467" y="10"/>
                    <a:pt x="466" y="13"/>
                    <a:pt x="466" y="18"/>
                  </a:cubicBezTo>
                  <a:cubicBezTo>
                    <a:pt x="465" y="62"/>
                    <a:pt x="465" y="62"/>
                    <a:pt x="465" y="62"/>
                  </a:cubicBezTo>
                  <a:cubicBezTo>
                    <a:pt x="465" y="76"/>
                    <a:pt x="462" y="86"/>
                    <a:pt x="456" y="92"/>
                  </a:cubicBezTo>
                  <a:cubicBezTo>
                    <a:pt x="450" y="98"/>
                    <a:pt x="440" y="101"/>
                    <a:pt x="427" y="101"/>
                  </a:cubicBezTo>
                  <a:cubicBezTo>
                    <a:pt x="414" y="101"/>
                    <a:pt x="405" y="98"/>
                    <a:pt x="398" y="93"/>
                  </a:cubicBezTo>
                  <a:cubicBezTo>
                    <a:pt x="391" y="87"/>
                    <a:pt x="388" y="79"/>
                    <a:pt x="388" y="69"/>
                  </a:cubicBezTo>
                  <a:cubicBezTo>
                    <a:pt x="388" y="16"/>
                    <a:pt x="388" y="16"/>
                    <a:pt x="388" y="16"/>
                  </a:cubicBezTo>
                  <a:close/>
                  <a:moveTo>
                    <a:pt x="524" y="27"/>
                  </a:moveTo>
                  <a:cubicBezTo>
                    <a:pt x="511" y="60"/>
                    <a:pt x="511" y="60"/>
                    <a:pt x="511" y="60"/>
                  </a:cubicBezTo>
                  <a:cubicBezTo>
                    <a:pt x="536" y="60"/>
                    <a:pt x="536" y="60"/>
                    <a:pt x="536" y="60"/>
                  </a:cubicBezTo>
                  <a:cubicBezTo>
                    <a:pt x="524" y="27"/>
                    <a:pt x="524" y="27"/>
                    <a:pt x="524" y="27"/>
                  </a:cubicBezTo>
                  <a:close/>
                  <a:moveTo>
                    <a:pt x="501" y="84"/>
                  </a:moveTo>
                  <a:cubicBezTo>
                    <a:pt x="500" y="85"/>
                    <a:pt x="500" y="86"/>
                    <a:pt x="500" y="86"/>
                  </a:cubicBezTo>
                  <a:cubicBezTo>
                    <a:pt x="500" y="87"/>
                    <a:pt x="500" y="88"/>
                    <a:pt x="500" y="88"/>
                  </a:cubicBezTo>
                  <a:cubicBezTo>
                    <a:pt x="500" y="91"/>
                    <a:pt x="503" y="92"/>
                    <a:pt x="510" y="93"/>
                  </a:cubicBezTo>
                  <a:cubicBezTo>
                    <a:pt x="510" y="93"/>
                    <a:pt x="510" y="93"/>
                    <a:pt x="510" y="93"/>
                  </a:cubicBezTo>
                  <a:cubicBezTo>
                    <a:pt x="510" y="99"/>
                    <a:pt x="510" y="99"/>
                    <a:pt x="510" y="99"/>
                  </a:cubicBezTo>
                  <a:cubicBezTo>
                    <a:pt x="507" y="98"/>
                    <a:pt x="505" y="98"/>
                    <a:pt x="502" y="98"/>
                  </a:cubicBezTo>
                  <a:cubicBezTo>
                    <a:pt x="499" y="98"/>
                    <a:pt x="497" y="98"/>
                    <a:pt x="495" y="98"/>
                  </a:cubicBezTo>
                  <a:cubicBezTo>
                    <a:pt x="493" y="98"/>
                    <a:pt x="492" y="98"/>
                    <a:pt x="490" y="98"/>
                  </a:cubicBezTo>
                  <a:cubicBezTo>
                    <a:pt x="488" y="98"/>
                    <a:pt x="484" y="98"/>
                    <a:pt x="480" y="99"/>
                  </a:cubicBezTo>
                  <a:cubicBezTo>
                    <a:pt x="480" y="93"/>
                    <a:pt x="480" y="93"/>
                    <a:pt x="480" y="93"/>
                  </a:cubicBezTo>
                  <a:cubicBezTo>
                    <a:pt x="483" y="92"/>
                    <a:pt x="485" y="91"/>
                    <a:pt x="487" y="90"/>
                  </a:cubicBezTo>
                  <a:cubicBezTo>
                    <a:pt x="489" y="88"/>
                    <a:pt x="491" y="85"/>
                    <a:pt x="493" y="81"/>
                  </a:cubicBezTo>
                  <a:cubicBezTo>
                    <a:pt x="528" y="2"/>
                    <a:pt x="528" y="2"/>
                    <a:pt x="528" y="2"/>
                  </a:cubicBezTo>
                  <a:cubicBezTo>
                    <a:pt x="537" y="2"/>
                    <a:pt x="537" y="2"/>
                    <a:pt x="537" y="2"/>
                  </a:cubicBezTo>
                  <a:cubicBezTo>
                    <a:pt x="568" y="86"/>
                    <a:pt x="568" y="86"/>
                    <a:pt x="568" y="86"/>
                  </a:cubicBezTo>
                  <a:cubicBezTo>
                    <a:pt x="569" y="89"/>
                    <a:pt x="571" y="90"/>
                    <a:pt x="572" y="91"/>
                  </a:cubicBezTo>
                  <a:cubicBezTo>
                    <a:pt x="574" y="92"/>
                    <a:pt x="576" y="93"/>
                    <a:pt x="579" y="93"/>
                  </a:cubicBezTo>
                  <a:cubicBezTo>
                    <a:pt x="579" y="99"/>
                    <a:pt x="579" y="99"/>
                    <a:pt x="579" y="99"/>
                  </a:cubicBezTo>
                  <a:cubicBezTo>
                    <a:pt x="575" y="98"/>
                    <a:pt x="571" y="98"/>
                    <a:pt x="567" y="98"/>
                  </a:cubicBezTo>
                  <a:cubicBezTo>
                    <a:pt x="564" y="98"/>
                    <a:pt x="560" y="98"/>
                    <a:pt x="557" y="98"/>
                  </a:cubicBezTo>
                  <a:cubicBezTo>
                    <a:pt x="554" y="98"/>
                    <a:pt x="551" y="98"/>
                    <a:pt x="547" y="98"/>
                  </a:cubicBezTo>
                  <a:cubicBezTo>
                    <a:pt x="543" y="98"/>
                    <a:pt x="538" y="98"/>
                    <a:pt x="534" y="99"/>
                  </a:cubicBezTo>
                  <a:cubicBezTo>
                    <a:pt x="534" y="93"/>
                    <a:pt x="534" y="93"/>
                    <a:pt x="534" y="93"/>
                  </a:cubicBezTo>
                  <a:cubicBezTo>
                    <a:pt x="539" y="93"/>
                    <a:pt x="542" y="92"/>
                    <a:pt x="543" y="92"/>
                  </a:cubicBezTo>
                  <a:cubicBezTo>
                    <a:pt x="545" y="91"/>
                    <a:pt x="545" y="90"/>
                    <a:pt x="545" y="88"/>
                  </a:cubicBezTo>
                  <a:cubicBezTo>
                    <a:pt x="545" y="88"/>
                    <a:pt x="545" y="87"/>
                    <a:pt x="545" y="87"/>
                  </a:cubicBezTo>
                  <a:cubicBezTo>
                    <a:pt x="545" y="86"/>
                    <a:pt x="545" y="86"/>
                    <a:pt x="545" y="85"/>
                  </a:cubicBezTo>
                  <a:cubicBezTo>
                    <a:pt x="538" y="67"/>
                    <a:pt x="538" y="67"/>
                    <a:pt x="538" y="67"/>
                  </a:cubicBezTo>
                  <a:cubicBezTo>
                    <a:pt x="508" y="67"/>
                    <a:pt x="508" y="67"/>
                    <a:pt x="508" y="67"/>
                  </a:cubicBezTo>
                  <a:cubicBezTo>
                    <a:pt x="501" y="84"/>
                    <a:pt x="501" y="84"/>
                    <a:pt x="501" y="84"/>
                  </a:cubicBezTo>
                  <a:close/>
                  <a:moveTo>
                    <a:pt x="672" y="64"/>
                  </a:moveTo>
                  <a:cubicBezTo>
                    <a:pt x="672" y="17"/>
                    <a:pt x="672" y="17"/>
                    <a:pt x="672" y="17"/>
                  </a:cubicBezTo>
                  <a:cubicBezTo>
                    <a:pt x="672" y="13"/>
                    <a:pt x="671" y="10"/>
                    <a:pt x="669" y="9"/>
                  </a:cubicBezTo>
                  <a:cubicBezTo>
                    <a:pt x="668" y="8"/>
                    <a:pt x="664" y="7"/>
                    <a:pt x="659" y="7"/>
                  </a:cubicBezTo>
                  <a:cubicBezTo>
                    <a:pt x="659" y="2"/>
                    <a:pt x="659" y="2"/>
                    <a:pt x="659" y="2"/>
                  </a:cubicBezTo>
                  <a:cubicBezTo>
                    <a:pt x="661" y="2"/>
                    <a:pt x="664" y="2"/>
                    <a:pt x="666" y="2"/>
                  </a:cubicBezTo>
                  <a:cubicBezTo>
                    <a:pt x="669" y="2"/>
                    <a:pt x="672" y="2"/>
                    <a:pt x="675" y="2"/>
                  </a:cubicBezTo>
                  <a:cubicBezTo>
                    <a:pt x="678" y="2"/>
                    <a:pt x="680" y="2"/>
                    <a:pt x="683" y="2"/>
                  </a:cubicBezTo>
                  <a:cubicBezTo>
                    <a:pt x="685" y="2"/>
                    <a:pt x="688" y="2"/>
                    <a:pt x="690" y="2"/>
                  </a:cubicBezTo>
                  <a:cubicBezTo>
                    <a:pt x="690" y="7"/>
                    <a:pt x="690" y="7"/>
                    <a:pt x="690" y="7"/>
                  </a:cubicBezTo>
                  <a:cubicBezTo>
                    <a:pt x="689" y="7"/>
                    <a:pt x="689" y="7"/>
                    <a:pt x="689" y="7"/>
                  </a:cubicBezTo>
                  <a:cubicBezTo>
                    <a:pt x="686" y="7"/>
                    <a:pt x="683" y="8"/>
                    <a:pt x="682" y="9"/>
                  </a:cubicBezTo>
                  <a:cubicBezTo>
                    <a:pt x="681" y="11"/>
                    <a:pt x="680" y="13"/>
                    <a:pt x="680" y="17"/>
                  </a:cubicBezTo>
                  <a:cubicBezTo>
                    <a:pt x="680" y="99"/>
                    <a:pt x="680" y="99"/>
                    <a:pt x="680" y="99"/>
                  </a:cubicBezTo>
                  <a:cubicBezTo>
                    <a:pt x="671" y="99"/>
                    <a:pt x="671" y="99"/>
                    <a:pt x="671" y="99"/>
                  </a:cubicBezTo>
                  <a:cubicBezTo>
                    <a:pt x="610" y="20"/>
                    <a:pt x="610" y="20"/>
                    <a:pt x="610" y="20"/>
                  </a:cubicBezTo>
                  <a:cubicBezTo>
                    <a:pt x="610" y="81"/>
                    <a:pt x="610" y="81"/>
                    <a:pt x="610" y="81"/>
                  </a:cubicBezTo>
                  <a:cubicBezTo>
                    <a:pt x="610" y="86"/>
                    <a:pt x="611" y="89"/>
                    <a:pt x="612" y="91"/>
                  </a:cubicBezTo>
                  <a:cubicBezTo>
                    <a:pt x="614" y="92"/>
                    <a:pt x="617" y="93"/>
                    <a:pt x="623" y="93"/>
                  </a:cubicBezTo>
                  <a:cubicBezTo>
                    <a:pt x="623" y="99"/>
                    <a:pt x="623" y="99"/>
                    <a:pt x="623" y="99"/>
                  </a:cubicBezTo>
                  <a:cubicBezTo>
                    <a:pt x="620" y="98"/>
                    <a:pt x="617" y="98"/>
                    <a:pt x="614" y="98"/>
                  </a:cubicBezTo>
                  <a:cubicBezTo>
                    <a:pt x="611" y="98"/>
                    <a:pt x="608" y="98"/>
                    <a:pt x="605" y="98"/>
                  </a:cubicBezTo>
                  <a:cubicBezTo>
                    <a:pt x="603" y="98"/>
                    <a:pt x="600" y="98"/>
                    <a:pt x="598" y="98"/>
                  </a:cubicBezTo>
                  <a:cubicBezTo>
                    <a:pt x="595" y="98"/>
                    <a:pt x="592" y="98"/>
                    <a:pt x="590" y="99"/>
                  </a:cubicBezTo>
                  <a:cubicBezTo>
                    <a:pt x="590" y="93"/>
                    <a:pt x="590" y="93"/>
                    <a:pt x="590" y="93"/>
                  </a:cubicBezTo>
                  <a:cubicBezTo>
                    <a:pt x="595" y="93"/>
                    <a:pt x="598" y="92"/>
                    <a:pt x="599" y="91"/>
                  </a:cubicBezTo>
                  <a:cubicBezTo>
                    <a:pt x="601" y="89"/>
                    <a:pt x="602" y="86"/>
                    <a:pt x="602" y="81"/>
                  </a:cubicBezTo>
                  <a:cubicBezTo>
                    <a:pt x="602" y="17"/>
                    <a:pt x="602" y="17"/>
                    <a:pt x="602" y="17"/>
                  </a:cubicBezTo>
                  <a:cubicBezTo>
                    <a:pt x="602" y="13"/>
                    <a:pt x="601" y="11"/>
                    <a:pt x="599" y="9"/>
                  </a:cubicBezTo>
                  <a:cubicBezTo>
                    <a:pt x="598" y="8"/>
                    <a:pt x="595" y="8"/>
                    <a:pt x="591" y="7"/>
                  </a:cubicBezTo>
                  <a:cubicBezTo>
                    <a:pt x="591" y="2"/>
                    <a:pt x="591" y="2"/>
                    <a:pt x="591" y="2"/>
                  </a:cubicBezTo>
                  <a:cubicBezTo>
                    <a:pt x="595" y="2"/>
                    <a:pt x="599" y="2"/>
                    <a:pt x="601" y="2"/>
                  </a:cubicBezTo>
                  <a:cubicBezTo>
                    <a:pt x="603" y="2"/>
                    <a:pt x="605" y="3"/>
                    <a:pt x="607" y="3"/>
                  </a:cubicBezTo>
                  <a:cubicBezTo>
                    <a:pt x="609" y="3"/>
                    <a:pt x="612" y="2"/>
                    <a:pt x="614" y="2"/>
                  </a:cubicBezTo>
                  <a:cubicBezTo>
                    <a:pt x="617" y="2"/>
                    <a:pt x="620" y="2"/>
                    <a:pt x="623" y="2"/>
                  </a:cubicBezTo>
                  <a:cubicBezTo>
                    <a:pt x="672" y="64"/>
                    <a:pt x="672" y="64"/>
                    <a:pt x="672" y="64"/>
                  </a:cubicBezTo>
                  <a:close/>
                  <a:moveTo>
                    <a:pt x="781" y="16"/>
                  </a:moveTo>
                  <a:cubicBezTo>
                    <a:pt x="781" y="13"/>
                    <a:pt x="780" y="11"/>
                    <a:pt x="779" y="9"/>
                  </a:cubicBezTo>
                  <a:cubicBezTo>
                    <a:pt x="777" y="8"/>
                    <a:pt x="775" y="7"/>
                    <a:pt x="771" y="7"/>
                  </a:cubicBezTo>
                  <a:cubicBezTo>
                    <a:pt x="770" y="7"/>
                    <a:pt x="770" y="7"/>
                    <a:pt x="770" y="7"/>
                  </a:cubicBezTo>
                  <a:cubicBezTo>
                    <a:pt x="770" y="2"/>
                    <a:pt x="770" y="2"/>
                    <a:pt x="770" y="2"/>
                  </a:cubicBezTo>
                  <a:cubicBezTo>
                    <a:pt x="775" y="2"/>
                    <a:pt x="779" y="2"/>
                    <a:pt x="782" y="3"/>
                  </a:cubicBezTo>
                  <a:cubicBezTo>
                    <a:pt x="786" y="3"/>
                    <a:pt x="790" y="3"/>
                    <a:pt x="793" y="3"/>
                  </a:cubicBezTo>
                  <a:cubicBezTo>
                    <a:pt x="796" y="3"/>
                    <a:pt x="799" y="3"/>
                    <a:pt x="803" y="3"/>
                  </a:cubicBezTo>
                  <a:cubicBezTo>
                    <a:pt x="807" y="2"/>
                    <a:pt x="811" y="2"/>
                    <a:pt x="815" y="2"/>
                  </a:cubicBezTo>
                  <a:cubicBezTo>
                    <a:pt x="815" y="7"/>
                    <a:pt x="815" y="7"/>
                    <a:pt x="815" y="7"/>
                  </a:cubicBezTo>
                  <a:cubicBezTo>
                    <a:pt x="811" y="7"/>
                    <a:pt x="808" y="8"/>
                    <a:pt x="807" y="9"/>
                  </a:cubicBezTo>
                  <a:cubicBezTo>
                    <a:pt x="805" y="10"/>
                    <a:pt x="804" y="12"/>
                    <a:pt x="804" y="16"/>
                  </a:cubicBezTo>
                  <a:cubicBezTo>
                    <a:pt x="804" y="60"/>
                    <a:pt x="804" y="60"/>
                    <a:pt x="804" y="60"/>
                  </a:cubicBezTo>
                  <a:cubicBezTo>
                    <a:pt x="804" y="67"/>
                    <a:pt x="805" y="72"/>
                    <a:pt x="805" y="75"/>
                  </a:cubicBezTo>
                  <a:cubicBezTo>
                    <a:pt x="806" y="78"/>
                    <a:pt x="807" y="80"/>
                    <a:pt x="808" y="82"/>
                  </a:cubicBezTo>
                  <a:cubicBezTo>
                    <a:pt x="810" y="84"/>
                    <a:pt x="813" y="86"/>
                    <a:pt x="816" y="88"/>
                  </a:cubicBezTo>
                  <a:cubicBezTo>
                    <a:pt x="819" y="89"/>
                    <a:pt x="822" y="89"/>
                    <a:pt x="827" y="89"/>
                  </a:cubicBezTo>
                  <a:cubicBezTo>
                    <a:pt x="835" y="89"/>
                    <a:pt x="841" y="87"/>
                    <a:pt x="845" y="83"/>
                  </a:cubicBezTo>
                  <a:cubicBezTo>
                    <a:pt x="848" y="78"/>
                    <a:pt x="850" y="70"/>
                    <a:pt x="850" y="60"/>
                  </a:cubicBezTo>
                  <a:cubicBezTo>
                    <a:pt x="850" y="59"/>
                    <a:pt x="850" y="59"/>
                    <a:pt x="850" y="59"/>
                  </a:cubicBezTo>
                  <a:cubicBezTo>
                    <a:pt x="850" y="18"/>
                    <a:pt x="850" y="18"/>
                    <a:pt x="850" y="18"/>
                  </a:cubicBezTo>
                  <a:cubicBezTo>
                    <a:pt x="850" y="14"/>
                    <a:pt x="849" y="11"/>
                    <a:pt x="848" y="9"/>
                  </a:cubicBezTo>
                  <a:cubicBezTo>
                    <a:pt x="847" y="8"/>
                    <a:pt x="844" y="7"/>
                    <a:pt x="839" y="7"/>
                  </a:cubicBezTo>
                  <a:cubicBezTo>
                    <a:pt x="839" y="2"/>
                    <a:pt x="839" y="2"/>
                    <a:pt x="839" y="2"/>
                  </a:cubicBezTo>
                  <a:cubicBezTo>
                    <a:pt x="842" y="2"/>
                    <a:pt x="845" y="2"/>
                    <a:pt x="847" y="2"/>
                  </a:cubicBezTo>
                  <a:cubicBezTo>
                    <a:pt x="849" y="2"/>
                    <a:pt x="851" y="3"/>
                    <a:pt x="853" y="3"/>
                  </a:cubicBezTo>
                  <a:cubicBezTo>
                    <a:pt x="855" y="3"/>
                    <a:pt x="857" y="2"/>
                    <a:pt x="860" y="2"/>
                  </a:cubicBezTo>
                  <a:cubicBezTo>
                    <a:pt x="862" y="2"/>
                    <a:pt x="865" y="2"/>
                    <a:pt x="867" y="2"/>
                  </a:cubicBezTo>
                  <a:cubicBezTo>
                    <a:pt x="867" y="7"/>
                    <a:pt x="867" y="7"/>
                    <a:pt x="867" y="7"/>
                  </a:cubicBezTo>
                  <a:cubicBezTo>
                    <a:pt x="864" y="7"/>
                    <a:pt x="862" y="8"/>
                    <a:pt x="861" y="9"/>
                  </a:cubicBezTo>
                  <a:cubicBezTo>
                    <a:pt x="860" y="10"/>
                    <a:pt x="859" y="13"/>
                    <a:pt x="859" y="18"/>
                  </a:cubicBezTo>
                  <a:cubicBezTo>
                    <a:pt x="858" y="62"/>
                    <a:pt x="858" y="62"/>
                    <a:pt x="858" y="62"/>
                  </a:cubicBezTo>
                  <a:cubicBezTo>
                    <a:pt x="858" y="76"/>
                    <a:pt x="855" y="86"/>
                    <a:pt x="849" y="92"/>
                  </a:cubicBezTo>
                  <a:cubicBezTo>
                    <a:pt x="843" y="98"/>
                    <a:pt x="833" y="101"/>
                    <a:pt x="820" y="101"/>
                  </a:cubicBezTo>
                  <a:cubicBezTo>
                    <a:pt x="807" y="101"/>
                    <a:pt x="797" y="98"/>
                    <a:pt x="791" y="93"/>
                  </a:cubicBezTo>
                  <a:cubicBezTo>
                    <a:pt x="784" y="87"/>
                    <a:pt x="781" y="79"/>
                    <a:pt x="781" y="69"/>
                  </a:cubicBezTo>
                  <a:cubicBezTo>
                    <a:pt x="781" y="16"/>
                    <a:pt x="781" y="16"/>
                    <a:pt x="781" y="16"/>
                  </a:cubicBezTo>
                  <a:close/>
                  <a:moveTo>
                    <a:pt x="963" y="64"/>
                  </a:moveTo>
                  <a:cubicBezTo>
                    <a:pt x="963" y="17"/>
                    <a:pt x="963" y="17"/>
                    <a:pt x="963" y="17"/>
                  </a:cubicBezTo>
                  <a:cubicBezTo>
                    <a:pt x="963" y="13"/>
                    <a:pt x="962" y="10"/>
                    <a:pt x="961" y="9"/>
                  </a:cubicBezTo>
                  <a:cubicBezTo>
                    <a:pt x="959" y="8"/>
                    <a:pt x="956" y="7"/>
                    <a:pt x="950" y="7"/>
                  </a:cubicBezTo>
                  <a:cubicBezTo>
                    <a:pt x="950" y="2"/>
                    <a:pt x="950" y="2"/>
                    <a:pt x="950" y="2"/>
                  </a:cubicBezTo>
                  <a:cubicBezTo>
                    <a:pt x="953" y="2"/>
                    <a:pt x="955" y="2"/>
                    <a:pt x="958" y="2"/>
                  </a:cubicBezTo>
                  <a:cubicBezTo>
                    <a:pt x="960" y="2"/>
                    <a:pt x="963" y="2"/>
                    <a:pt x="966" y="2"/>
                  </a:cubicBezTo>
                  <a:cubicBezTo>
                    <a:pt x="969" y="2"/>
                    <a:pt x="972" y="2"/>
                    <a:pt x="974" y="2"/>
                  </a:cubicBezTo>
                  <a:cubicBezTo>
                    <a:pt x="977" y="2"/>
                    <a:pt x="979" y="2"/>
                    <a:pt x="981" y="2"/>
                  </a:cubicBezTo>
                  <a:cubicBezTo>
                    <a:pt x="981" y="7"/>
                    <a:pt x="981" y="7"/>
                    <a:pt x="981" y="7"/>
                  </a:cubicBezTo>
                  <a:cubicBezTo>
                    <a:pt x="980" y="7"/>
                    <a:pt x="980" y="7"/>
                    <a:pt x="980" y="7"/>
                  </a:cubicBezTo>
                  <a:cubicBezTo>
                    <a:pt x="977" y="7"/>
                    <a:pt x="975" y="8"/>
                    <a:pt x="973" y="9"/>
                  </a:cubicBezTo>
                  <a:cubicBezTo>
                    <a:pt x="972" y="11"/>
                    <a:pt x="971" y="13"/>
                    <a:pt x="971" y="17"/>
                  </a:cubicBezTo>
                  <a:cubicBezTo>
                    <a:pt x="971" y="99"/>
                    <a:pt x="971" y="99"/>
                    <a:pt x="971" y="99"/>
                  </a:cubicBezTo>
                  <a:cubicBezTo>
                    <a:pt x="963" y="99"/>
                    <a:pt x="963" y="99"/>
                    <a:pt x="963" y="99"/>
                  </a:cubicBezTo>
                  <a:cubicBezTo>
                    <a:pt x="901" y="20"/>
                    <a:pt x="901" y="20"/>
                    <a:pt x="901" y="20"/>
                  </a:cubicBezTo>
                  <a:cubicBezTo>
                    <a:pt x="901" y="81"/>
                    <a:pt x="901" y="81"/>
                    <a:pt x="901" y="81"/>
                  </a:cubicBezTo>
                  <a:cubicBezTo>
                    <a:pt x="901" y="86"/>
                    <a:pt x="902" y="89"/>
                    <a:pt x="904" y="91"/>
                  </a:cubicBezTo>
                  <a:cubicBezTo>
                    <a:pt x="905" y="92"/>
                    <a:pt x="909" y="93"/>
                    <a:pt x="914" y="93"/>
                  </a:cubicBezTo>
                  <a:cubicBezTo>
                    <a:pt x="914" y="99"/>
                    <a:pt x="914" y="99"/>
                    <a:pt x="914" y="99"/>
                  </a:cubicBezTo>
                  <a:cubicBezTo>
                    <a:pt x="911" y="98"/>
                    <a:pt x="908" y="98"/>
                    <a:pt x="905" y="98"/>
                  </a:cubicBezTo>
                  <a:cubicBezTo>
                    <a:pt x="902" y="98"/>
                    <a:pt x="900" y="98"/>
                    <a:pt x="897" y="98"/>
                  </a:cubicBezTo>
                  <a:cubicBezTo>
                    <a:pt x="894" y="98"/>
                    <a:pt x="892" y="98"/>
                    <a:pt x="889" y="98"/>
                  </a:cubicBezTo>
                  <a:cubicBezTo>
                    <a:pt x="886" y="98"/>
                    <a:pt x="884" y="98"/>
                    <a:pt x="881" y="99"/>
                  </a:cubicBezTo>
                  <a:cubicBezTo>
                    <a:pt x="881" y="93"/>
                    <a:pt x="881" y="93"/>
                    <a:pt x="881" y="93"/>
                  </a:cubicBezTo>
                  <a:cubicBezTo>
                    <a:pt x="886" y="93"/>
                    <a:pt x="889" y="92"/>
                    <a:pt x="891" y="91"/>
                  </a:cubicBezTo>
                  <a:cubicBezTo>
                    <a:pt x="892" y="89"/>
                    <a:pt x="893" y="86"/>
                    <a:pt x="893" y="81"/>
                  </a:cubicBezTo>
                  <a:cubicBezTo>
                    <a:pt x="893" y="17"/>
                    <a:pt x="893" y="17"/>
                    <a:pt x="893" y="17"/>
                  </a:cubicBezTo>
                  <a:cubicBezTo>
                    <a:pt x="893" y="13"/>
                    <a:pt x="892" y="11"/>
                    <a:pt x="891" y="9"/>
                  </a:cubicBezTo>
                  <a:cubicBezTo>
                    <a:pt x="889" y="8"/>
                    <a:pt x="886" y="8"/>
                    <a:pt x="882" y="7"/>
                  </a:cubicBezTo>
                  <a:cubicBezTo>
                    <a:pt x="882" y="2"/>
                    <a:pt x="882" y="2"/>
                    <a:pt x="882" y="2"/>
                  </a:cubicBezTo>
                  <a:cubicBezTo>
                    <a:pt x="887" y="2"/>
                    <a:pt x="890" y="2"/>
                    <a:pt x="892" y="2"/>
                  </a:cubicBezTo>
                  <a:cubicBezTo>
                    <a:pt x="895" y="2"/>
                    <a:pt x="897" y="3"/>
                    <a:pt x="899" y="3"/>
                  </a:cubicBezTo>
                  <a:cubicBezTo>
                    <a:pt x="901" y="3"/>
                    <a:pt x="903" y="2"/>
                    <a:pt x="906" y="2"/>
                  </a:cubicBezTo>
                  <a:cubicBezTo>
                    <a:pt x="908" y="2"/>
                    <a:pt x="911" y="2"/>
                    <a:pt x="915" y="2"/>
                  </a:cubicBezTo>
                  <a:cubicBezTo>
                    <a:pt x="963" y="64"/>
                    <a:pt x="963" y="64"/>
                    <a:pt x="963" y="64"/>
                  </a:cubicBezTo>
                  <a:close/>
                  <a:moveTo>
                    <a:pt x="997" y="99"/>
                  </a:moveTo>
                  <a:cubicBezTo>
                    <a:pt x="997" y="93"/>
                    <a:pt x="997" y="93"/>
                    <a:pt x="997" y="93"/>
                  </a:cubicBezTo>
                  <a:cubicBezTo>
                    <a:pt x="997" y="93"/>
                    <a:pt x="997" y="93"/>
                    <a:pt x="997" y="93"/>
                  </a:cubicBezTo>
                  <a:cubicBezTo>
                    <a:pt x="1002" y="93"/>
                    <a:pt x="1005" y="92"/>
                    <a:pt x="1006" y="91"/>
                  </a:cubicBezTo>
                  <a:cubicBezTo>
                    <a:pt x="1007" y="89"/>
                    <a:pt x="1008" y="86"/>
                    <a:pt x="1008" y="81"/>
                  </a:cubicBezTo>
                  <a:cubicBezTo>
                    <a:pt x="1008" y="16"/>
                    <a:pt x="1008" y="16"/>
                    <a:pt x="1008" y="16"/>
                  </a:cubicBezTo>
                  <a:cubicBezTo>
                    <a:pt x="1008" y="13"/>
                    <a:pt x="1007" y="11"/>
                    <a:pt x="1006" y="9"/>
                  </a:cubicBezTo>
                  <a:cubicBezTo>
                    <a:pt x="1004" y="8"/>
                    <a:pt x="1002" y="7"/>
                    <a:pt x="998" y="7"/>
                  </a:cubicBezTo>
                  <a:cubicBezTo>
                    <a:pt x="997" y="7"/>
                    <a:pt x="997" y="7"/>
                    <a:pt x="997" y="7"/>
                  </a:cubicBezTo>
                  <a:cubicBezTo>
                    <a:pt x="997" y="2"/>
                    <a:pt x="997" y="2"/>
                    <a:pt x="997" y="2"/>
                  </a:cubicBezTo>
                  <a:cubicBezTo>
                    <a:pt x="1001" y="2"/>
                    <a:pt x="1004" y="2"/>
                    <a:pt x="1008" y="2"/>
                  </a:cubicBezTo>
                  <a:cubicBezTo>
                    <a:pt x="1012" y="3"/>
                    <a:pt x="1016" y="3"/>
                    <a:pt x="1020" y="3"/>
                  </a:cubicBezTo>
                  <a:cubicBezTo>
                    <a:pt x="1023" y="3"/>
                    <a:pt x="1027" y="3"/>
                    <a:pt x="1031" y="2"/>
                  </a:cubicBezTo>
                  <a:cubicBezTo>
                    <a:pt x="1035" y="2"/>
                    <a:pt x="1039" y="2"/>
                    <a:pt x="1042" y="2"/>
                  </a:cubicBezTo>
                  <a:cubicBezTo>
                    <a:pt x="1042" y="7"/>
                    <a:pt x="1042" y="7"/>
                    <a:pt x="1042" y="7"/>
                  </a:cubicBezTo>
                  <a:cubicBezTo>
                    <a:pt x="1038" y="7"/>
                    <a:pt x="1035" y="8"/>
                    <a:pt x="1034" y="9"/>
                  </a:cubicBezTo>
                  <a:cubicBezTo>
                    <a:pt x="1032" y="10"/>
                    <a:pt x="1031" y="12"/>
                    <a:pt x="1031" y="16"/>
                  </a:cubicBezTo>
                  <a:cubicBezTo>
                    <a:pt x="1031" y="81"/>
                    <a:pt x="1031" y="81"/>
                    <a:pt x="1031" y="81"/>
                  </a:cubicBezTo>
                  <a:cubicBezTo>
                    <a:pt x="1031" y="86"/>
                    <a:pt x="1032" y="89"/>
                    <a:pt x="1033" y="91"/>
                  </a:cubicBezTo>
                  <a:cubicBezTo>
                    <a:pt x="1035" y="92"/>
                    <a:pt x="1038" y="93"/>
                    <a:pt x="1042" y="93"/>
                  </a:cubicBezTo>
                  <a:cubicBezTo>
                    <a:pt x="1042" y="93"/>
                    <a:pt x="1042" y="93"/>
                    <a:pt x="1042" y="93"/>
                  </a:cubicBezTo>
                  <a:cubicBezTo>
                    <a:pt x="1042" y="99"/>
                    <a:pt x="1042" y="99"/>
                    <a:pt x="1042" y="99"/>
                  </a:cubicBezTo>
                  <a:cubicBezTo>
                    <a:pt x="1039" y="98"/>
                    <a:pt x="1035" y="98"/>
                    <a:pt x="1031" y="98"/>
                  </a:cubicBezTo>
                  <a:cubicBezTo>
                    <a:pt x="1027" y="98"/>
                    <a:pt x="1024" y="98"/>
                    <a:pt x="1020" y="98"/>
                  </a:cubicBezTo>
                  <a:cubicBezTo>
                    <a:pt x="1016" y="98"/>
                    <a:pt x="1013" y="98"/>
                    <a:pt x="1009" y="98"/>
                  </a:cubicBezTo>
                  <a:cubicBezTo>
                    <a:pt x="1005" y="98"/>
                    <a:pt x="1001" y="98"/>
                    <a:pt x="997" y="99"/>
                  </a:cubicBezTo>
                  <a:cubicBezTo>
                    <a:pt x="997" y="99"/>
                    <a:pt x="997" y="99"/>
                    <a:pt x="997" y="99"/>
                  </a:cubicBezTo>
                  <a:close/>
                  <a:moveTo>
                    <a:pt x="1107" y="100"/>
                  </a:moveTo>
                  <a:cubicBezTo>
                    <a:pt x="1097" y="100"/>
                    <a:pt x="1097" y="100"/>
                    <a:pt x="1097" y="100"/>
                  </a:cubicBezTo>
                  <a:cubicBezTo>
                    <a:pt x="1066" y="16"/>
                    <a:pt x="1066" y="16"/>
                    <a:pt x="1066" y="16"/>
                  </a:cubicBezTo>
                  <a:cubicBezTo>
                    <a:pt x="1065" y="13"/>
                    <a:pt x="1064" y="11"/>
                    <a:pt x="1062" y="9"/>
                  </a:cubicBezTo>
                  <a:cubicBezTo>
                    <a:pt x="1060" y="8"/>
                    <a:pt x="1058" y="7"/>
                    <a:pt x="1055" y="7"/>
                  </a:cubicBezTo>
                  <a:cubicBezTo>
                    <a:pt x="1054" y="7"/>
                    <a:pt x="1054" y="7"/>
                    <a:pt x="1054" y="7"/>
                  </a:cubicBezTo>
                  <a:cubicBezTo>
                    <a:pt x="1054" y="2"/>
                    <a:pt x="1054" y="2"/>
                    <a:pt x="1054" y="2"/>
                  </a:cubicBezTo>
                  <a:cubicBezTo>
                    <a:pt x="1058" y="2"/>
                    <a:pt x="1062" y="2"/>
                    <a:pt x="1066" y="2"/>
                  </a:cubicBezTo>
                  <a:cubicBezTo>
                    <a:pt x="1070" y="2"/>
                    <a:pt x="1073" y="3"/>
                    <a:pt x="1076" y="3"/>
                  </a:cubicBezTo>
                  <a:cubicBezTo>
                    <a:pt x="1079" y="3"/>
                    <a:pt x="1081" y="2"/>
                    <a:pt x="1085" y="2"/>
                  </a:cubicBezTo>
                  <a:cubicBezTo>
                    <a:pt x="1088" y="2"/>
                    <a:pt x="1093" y="2"/>
                    <a:pt x="1100" y="2"/>
                  </a:cubicBezTo>
                  <a:cubicBezTo>
                    <a:pt x="1100" y="7"/>
                    <a:pt x="1100" y="7"/>
                    <a:pt x="1100" y="7"/>
                  </a:cubicBezTo>
                  <a:cubicBezTo>
                    <a:pt x="1099" y="7"/>
                    <a:pt x="1099" y="7"/>
                    <a:pt x="1099" y="7"/>
                  </a:cubicBezTo>
                  <a:cubicBezTo>
                    <a:pt x="1095" y="7"/>
                    <a:pt x="1093" y="8"/>
                    <a:pt x="1092" y="8"/>
                  </a:cubicBezTo>
                  <a:cubicBezTo>
                    <a:pt x="1090" y="9"/>
                    <a:pt x="1089" y="11"/>
                    <a:pt x="1089" y="12"/>
                  </a:cubicBezTo>
                  <a:cubicBezTo>
                    <a:pt x="1089" y="13"/>
                    <a:pt x="1089" y="13"/>
                    <a:pt x="1090" y="14"/>
                  </a:cubicBezTo>
                  <a:cubicBezTo>
                    <a:pt x="1090" y="14"/>
                    <a:pt x="1090" y="15"/>
                    <a:pt x="1090" y="15"/>
                  </a:cubicBezTo>
                  <a:cubicBezTo>
                    <a:pt x="1110" y="74"/>
                    <a:pt x="1110" y="74"/>
                    <a:pt x="1110" y="74"/>
                  </a:cubicBezTo>
                  <a:cubicBezTo>
                    <a:pt x="1133" y="16"/>
                    <a:pt x="1133" y="16"/>
                    <a:pt x="1133" y="16"/>
                  </a:cubicBezTo>
                  <a:cubicBezTo>
                    <a:pt x="1134" y="14"/>
                    <a:pt x="1134" y="14"/>
                    <a:pt x="1134" y="13"/>
                  </a:cubicBezTo>
                  <a:cubicBezTo>
                    <a:pt x="1134" y="12"/>
                    <a:pt x="1135" y="11"/>
                    <a:pt x="1135" y="11"/>
                  </a:cubicBezTo>
                  <a:cubicBezTo>
                    <a:pt x="1135" y="9"/>
                    <a:pt x="1134" y="9"/>
                    <a:pt x="1132" y="8"/>
                  </a:cubicBezTo>
                  <a:cubicBezTo>
                    <a:pt x="1131" y="7"/>
                    <a:pt x="1128" y="7"/>
                    <a:pt x="1125" y="7"/>
                  </a:cubicBezTo>
                  <a:cubicBezTo>
                    <a:pt x="1124" y="7"/>
                    <a:pt x="1124" y="7"/>
                    <a:pt x="1124" y="7"/>
                  </a:cubicBezTo>
                  <a:cubicBezTo>
                    <a:pt x="1124" y="2"/>
                    <a:pt x="1124" y="2"/>
                    <a:pt x="1124" y="2"/>
                  </a:cubicBezTo>
                  <a:cubicBezTo>
                    <a:pt x="1126" y="2"/>
                    <a:pt x="1128" y="2"/>
                    <a:pt x="1130" y="2"/>
                  </a:cubicBezTo>
                  <a:cubicBezTo>
                    <a:pt x="1132" y="2"/>
                    <a:pt x="1135" y="2"/>
                    <a:pt x="1137" y="2"/>
                  </a:cubicBezTo>
                  <a:cubicBezTo>
                    <a:pt x="1140" y="2"/>
                    <a:pt x="1143" y="2"/>
                    <a:pt x="1145" y="2"/>
                  </a:cubicBezTo>
                  <a:cubicBezTo>
                    <a:pt x="1147" y="2"/>
                    <a:pt x="1149" y="2"/>
                    <a:pt x="1151" y="2"/>
                  </a:cubicBezTo>
                  <a:cubicBezTo>
                    <a:pt x="1152" y="7"/>
                    <a:pt x="1152" y="7"/>
                    <a:pt x="1152" y="7"/>
                  </a:cubicBezTo>
                  <a:cubicBezTo>
                    <a:pt x="1149" y="7"/>
                    <a:pt x="1148" y="8"/>
                    <a:pt x="1146" y="9"/>
                  </a:cubicBezTo>
                  <a:cubicBezTo>
                    <a:pt x="1145" y="10"/>
                    <a:pt x="1144" y="12"/>
                    <a:pt x="1143" y="15"/>
                  </a:cubicBezTo>
                  <a:cubicBezTo>
                    <a:pt x="1107" y="100"/>
                    <a:pt x="1107" y="100"/>
                    <a:pt x="1107" y="100"/>
                  </a:cubicBezTo>
                  <a:close/>
                  <a:moveTo>
                    <a:pt x="1163" y="99"/>
                  </a:moveTo>
                  <a:cubicBezTo>
                    <a:pt x="1163" y="93"/>
                    <a:pt x="1163" y="93"/>
                    <a:pt x="1163" y="93"/>
                  </a:cubicBezTo>
                  <a:cubicBezTo>
                    <a:pt x="1165" y="93"/>
                    <a:pt x="1165" y="93"/>
                    <a:pt x="1165" y="93"/>
                  </a:cubicBezTo>
                  <a:cubicBezTo>
                    <a:pt x="1168" y="93"/>
                    <a:pt x="1171" y="92"/>
                    <a:pt x="1173" y="91"/>
                  </a:cubicBezTo>
                  <a:cubicBezTo>
                    <a:pt x="1174" y="89"/>
                    <a:pt x="1175" y="87"/>
                    <a:pt x="1175" y="84"/>
                  </a:cubicBezTo>
                  <a:cubicBezTo>
                    <a:pt x="1175" y="16"/>
                    <a:pt x="1175" y="16"/>
                    <a:pt x="1175" y="16"/>
                  </a:cubicBezTo>
                  <a:cubicBezTo>
                    <a:pt x="1175" y="13"/>
                    <a:pt x="1174" y="11"/>
                    <a:pt x="1173" y="10"/>
                  </a:cubicBezTo>
                  <a:cubicBezTo>
                    <a:pt x="1171" y="8"/>
                    <a:pt x="1168" y="7"/>
                    <a:pt x="1165" y="7"/>
                  </a:cubicBezTo>
                  <a:cubicBezTo>
                    <a:pt x="1163" y="7"/>
                    <a:pt x="1163" y="7"/>
                    <a:pt x="1163" y="7"/>
                  </a:cubicBezTo>
                  <a:cubicBezTo>
                    <a:pt x="1163" y="2"/>
                    <a:pt x="1163" y="2"/>
                    <a:pt x="1163" y="2"/>
                  </a:cubicBezTo>
                  <a:cubicBezTo>
                    <a:pt x="1166" y="2"/>
                    <a:pt x="1170" y="2"/>
                    <a:pt x="1174" y="2"/>
                  </a:cubicBezTo>
                  <a:cubicBezTo>
                    <a:pt x="1178" y="2"/>
                    <a:pt x="1184" y="2"/>
                    <a:pt x="1193" y="2"/>
                  </a:cubicBezTo>
                  <a:cubicBezTo>
                    <a:pt x="1207" y="2"/>
                    <a:pt x="1207" y="2"/>
                    <a:pt x="1207" y="2"/>
                  </a:cubicBezTo>
                  <a:cubicBezTo>
                    <a:pt x="1214" y="2"/>
                    <a:pt x="1219" y="2"/>
                    <a:pt x="1224" y="2"/>
                  </a:cubicBezTo>
                  <a:cubicBezTo>
                    <a:pt x="1228" y="2"/>
                    <a:pt x="1232" y="2"/>
                    <a:pt x="1236" y="2"/>
                  </a:cubicBezTo>
                  <a:cubicBezTo>
                    <a:pt x="1236" y="5"/>
                    <a:pt x="1236" y="9"/>
                    <a:pt x="1236" y="13"/>
                  </a:cubicBezTo>
                  <a:cubicBezTo>
                    <a:pt x="1236" y="16"/>
                    <a:pt x="1237" y="21"/>
                    <a:pt x="1237" y="25"/>
                  </a:cubicBezTo>
                  <a:cubicBezTo>
                    <a:pt x="1231" y="25"/>
                    <a:pt x="1231" y="25"/>
                    <a:pt x="1231" y="25"/>
                  </a:cubicBezTo>
                  <a:cubicBezTo>
                    <a:pt x="1230" y="19"/>
                    <a:pt x="1228" y="15"/>
                    <a:pt x="1225" y="12"/>
                  </a:cubicBezTo>
                  <a:cubicBezTo>
                    <a:pt x="1222" y="10"/>
                    <a:pt x="1216" y="9"/>
                    <a:pt x="1208" y="9"/>
                  </a:cubicBezTo>
                  <a:cubicBezTo>
                    <a:pt x="1204" y="9"/>
                    <a:pt x="1201" y="9"/>
                    <a:pt x="1200" y="10"/>
                  </a:cubicBezTo>
                  <a:cubicBezTo>
                    <a:pt x="1198" y="10"/>
                    <a:pt x="1198" y="12"/>
                    <a:pt x="1198" y="13"/>
                  </a:cubicBezTo>
                  <a:cubicBezTo>
                    <a:pt x="1198" y="46"/>
                    <a:pt x="1198" y="46"/>
                    <a:pt x="1198" y="46"/>
                  </a:cubicBezTo>
                  <a:cubicBezTo>
                    <a:pt x="1210" y="46"/>
                    <a:pt x="1210" y="46"/>
                    <a:pt x="1210" y="46"/>
                  </a:cubicBezTo>
                  <a:cubicBezTo>
                    <a:pt x="1214" y="46"/>
                    <a:pt x="1217" y="45"/>
                    <a:pt x="1219" y="42"/>
                  </a:cubicBezTo>
                  <a:cubicBezTo>
                    <a:pt x="1221" y="40"/>
                    <a:pt x="1222" y="37"/>
                    <a:pt x="1222" y="32"/>
                  </a:cubicBezTo>
                  <a:cubicBezTo>
                    <a:pt x="1227" y="32"/>
                    <a:pt x="1227" y="32"/>
                    <a:pt x="1227" y="32"/>
                  </a:cubicBezTo>
                  <a:cubicBezTo>
                    <a:pt x="1227" y="35"/>
                    <a:pt x="1227" y="38"/>
                    <a:pt x="1227" y="40"/>
                  </a:cubicBezTo>
                  <a:cubicBezTo>
                    <a:pt x="1227" y="43"/>
                    <a:pt x="1227" y="46"/>
                    <a:pt x="1227" y="49"/>
                  </a:cubicBezTo>
                  <a:cubicBezTo>
                    <a:pt x="1227" y="52"/>
                    <a:pt x="1227" y="54"/>
                    <a:pt x="1227" y="57"/>
                  </a:cubicBezTo>
                  <a:cubicBezTo>
                    <a:pt x="1227" y="60"/>
                    <a:pt x="1227" y="63"/>
                    <a:pt x="1227" y="65"/>
                  </a:cubicBezTo>
                  <a:cubicBezTo>
                    <a:pt x="1222" y="65"/>
                    <a:pt x="1222" y="65"/>
                    <a:pt x="1222" y="65"/>
                  </a:cubicBezTo>
                  <a:cubicBezTo>
                    <a:pt x="1222" y="60"/>
                    <a:pt x="1221" y="57"/>
                    <a:pt x="1219" y="55"/>
                  </a:cubicBezTo>
                  <a:cubicBezTo>
                    <a:pt x="1218" y="53"/>
                    <a:pt x="1215" y="52"/>
                    <a:pt x="1211" y="52"/>
                  </a:cubicBezTo>
                  <a:cubicBezTo>
                    <a:pt x="1198" y="52"/>
                    <a:pt x="1198" y="52"/>
                    <a:pt x="1198" y="52"/>
                  </a:cubicBezTo>
                  <a:cubicBezTo>
                    <a:pt x="1198" y="85"/>
                    <a:pt x="1198" y="85"/>
                    <a:pt x="1198" y="85"/>
                  </a:cubicBezTo>
                  <a:cubicBezTo>
                    <a:pt x="1198" y="87"/>
                    <a:pt x="1198" y="88"/>
                    <a:pt x="1199" y="89"/>
                  </a:cubicBezTo>
                  <a:cubicBezTo>
                    <a:pt x="1201" y="90"/>
                    <a:pt x="1202" y="90"/>
                    <a:pt x="1205" y="90"/>
                  </a:cubicBezTo>
                  <a:cubicBezTo>
                    <a:pt x="1216" y="90"/>
                    <a:pt x="1224" y="89"/>
                    <a:pt x="1229" y="86"/>
                  </a:cubicBezTo>
                  <a:cubicBezTo>
                    <a:pt x="1233" y="83"/>
                    <a:pt x="1236" y="78"/>
                    <a:pt x="1238" y="71"/>
                  </a:cubicBezTo>
                  <a:cubicBezTo>
                    <a:pt x="1244" y="71"/>
                    <a:pt x="1244" y="71"/>
                    <a:pt x="1244" y="71"/>
                  </a:cubicBezTo>
                  <a:cubicBezTo>
                    <a:pt x="1243" y="76"/>
                    <a:pt x="1242" y="80"/>
                    <a:pt x="1241" y="85"/>
                  </a:cubicBezTo>
                  <a:cubicBezTo>
                    <a:pt x="1240" y="90"/>
                    <a:pt x="1239" y="94"/>
                    <a:pt x="1239" y="99"/>
                  </a:cubicBezTo>
                  <a:cubicBezTo>
                    <a:pt x="1233" y="98"/>
                    <a:pt x="1228" y="98"/>
                    <a:pt x="1221" y="98"/>
                  </a:cubicBezTo>
                  <a:cubicBezTo>
                    <a:pt x="1215" y="98"/>
                    <a:pt x="1208" y="98"/>
                    <a:pt x="1201" y="98"/>
                  </a:cubicBezTo>
                  <a:cubicBezTo>
                    <a:pt x="1193" y="98"/>
                    <a:pt x="1186" y="98"/>
                    <a:pt x="1180" y="98"/>
                  </a:cubicBezTo>
                  <a:cubicBezTo>
                    <a:pt x="1174" y="98"/>
                    <a:pt x="1168" y="98"/>
                    <a:pt x="1163" y="99"/>
                  </a:cubicBezTo>
                  <a:cubicBezTo>
                    <a:pt x="1163" y="99"/>
                    <a:pt x="1163" y="99"/>
                    <a:pt x="1163" y="99"/>
                  </a:cubicBezTo>
                  <a:close/>
                  <a:moveTo>
                    <a:pt x="1259" y="99"/>
                  </a:moveTo>
                  <a:cubicBezTo>
                    <a:pt x="1259" y="93"/>
                    <a:pt x="1259" y="93"/>
                    <a:pt x="1259" y="93"/>
                  </a:cubicBezTo>
                  <a:cubicBezTo>
                    <a:pt x="1263" y="93"/>
                    <a:pt x="1266" y="92"/>
                    <a:pt x="1267" y="91"/>
                  </a:cubicBezTo>
                  <a:cubicBezTo>
                    <a:pt x="1269" y="89"/>
                    <a:pt x="1270" y="86"/>
                    <a:pt x="1270" y="81"/>
                  </a:cubicBezTo>
                  <a:cubicBezTo>
                    <a:pt x="1270" y="16"/>
                    <a:pt x="1270" y="16"/>
                    <a:pt x="1270" y="16"/>
                  </a:cubicBezTo>
                  <a:cubicBezTo>
                    <a:pt x="1270" y="13"/>
                    <a:pt x="1269" y="11"/>
                    <a:pt x="1267" y="9"/>
                  </a:cubicBezTo>
                  <a:cubicBezTo>
                    <a:pt x="1266" y="8"/>
                    <a:pt x="1263" y="7"/>
                    <a:pt x="1260" y="7"/>
                  </a:cubicBezTo>
                  <a:cubicBezTo>
                    <a:pt x="1259" y="7"/>
                    <a:pt x="1259" y="7"/>
                    <a:pt x="1259" y="7"/>
                  </a:cubicBezTo>
                  <a:cubicBezTo>
                    <a:pt x="1259" y="2"/>
                    <a:pt x="1259" y="2"/>
                    <a:pt x="1259" y="2"/>
                  </a:cubicBezTo>
                  <a:cubicBezTo>
                    <a:pt x="1262" y="2"/>
                    <a:pt x="1265" y="2"/>
                    <a:pt x="1268" y="2"/>
                  </a:cubicBezTo>
                  <a:cubicBezTo>
                    <a:pt x="1271" y="2"/>
                    <a:pt x="1274" y="3"/>
                    <a:pt x="1277" y="3"/>
                  </a:cubicBezTo>
                  <a:cubicBezTo>
                    <a:pt x="1281" y="3"/>
                    <a:pt x="1286" y="2"/>
                    <a:pt x="1292" y="2"/>
                  </a:cubicBezTo>
                  <a:cubicBezTo>
                    <a:pt x="1298" y="2"/>
                    <a:pt x="1302" y="2"/>
                    <a:pt x="1305" y="2"/>
                  </a:cubicBezTo>
                  <a:cubicBezTo>
                    <a:pt x="1316" y="2"/>
                    <a:pt x="1325" y="4"/>
                    <a:pt x="1330" y="7"/>
                  </a:cubicBezTo>
                  <a:cubicBezTo>
                    <a:pt x="1336" y="11"/>
                    <a:pt x="1339" y="17"/>
                    <a:pt x="1339" y="24"/>
                  </a:cubicBezTo>
                  <a:cubicBezTo>
                    <a:pt x="1339" y="30"/>
                    <a:pt x="1337" y="36"/>
                    <a:pt x="1333" y="40"/>
                  </a:cubicBezTo>
                  <a:cubicBezTo>
                    <a:pt x="1329" y="45"/>
                    <a:pt x="1323" y="49"/>
                    <a:pt x="1316" y="51"/>
                  </a:cubicBezTo>
                  <a:cubicBezTo>
                    <a:pt x="1320" y="53"/>
                    <a:pt x="1324" y="56"/>
                    <a:pt x="1328" y="61"/>
                  </a:cubicBezTo>
                  <a:cubicBezTo>
                    <a:pt x="1332" y="66"/>
                    <a:pt x="1336" y="73"/>
                    <a:pt x="1341" y="82"/>
                  </a:cubicBezTo>
                  <a:cubicBezTo>
                    <a:pt x="1341" y="83"/>
                    <a:pt x="1341" y="84"/>
                    <a:pt x="1342" y="85"/>
                  </a:cubicBezTo>
                  <a:cubicBezTo>
                    <a:pt x="1345" y="92"/>
                    <a:pt x="1348" y="95"/>
                    <a:pt x="1351" y="95"/>
                  </a:cubicBezTo>
                  <a:cubicBezTo>
                    <a:pt x="1352" y="95"/>
                    <a:pt x="1352" y="95"/>
                    <a:pt x="1352" y="95"/>
                  </a:cubicBezTo>
                  <a:cubicBezTo>
                    <a:pt x="1352" y="100"/>
                    <a:pt x="1352" y="100"/>
                    <a:pt x="1352" y="100"/>
                  </a:cubicBezTo>
                  <a:cubicBezTo>
                    <a:pt x="1347" y="99"/>
                    <a:pt x="1341" y="99"/>
                    <a:pt x="1334" y="98"/>
                  </a:cubicBezTo>
                  <a:cubicBezTo>
                    <a:pt x="1333" y="98"/>
                    <a:pt x="1333" y="98"/>
                    <a:pt x="1332" y="98"/>
                  </a:cubicBezTo>
                  <a:cubicBezTo>
                    <a:pt x="1328" y="98"/>
                    <a:pt x="1326" y="97"/>
                    <a:pt x="1324" y="96"/>
                  </a:cubicBezTo>
                  <a:cubicBezTo>
                    <a:pt x="1322" y="94"/>
                    <a:pt x="1320" y="91"/>
                    <a:pt x="1318" y="86"/>
                  </a:cubicBezTo>
                  <a:cubicBezTo>
                    <a:pt x="1317" y="83"/>
                    <a:pt x="1316" y="80"/>
                    <a:pt x="1314" y="75"/>
                  </a:cubicBezTo>
                  <a:cubicBezTo>
                    <a:pt x="1310" y="64"/>
                    <a:pt x="1307" y="58"/>
                    <a:pt x="1304" y="56"/>
                  </a:cubicBezTo>
                  <a:cubicBezTo>
                    <a:pt x="1303" y="56"/>
                    <a:pt x="1302" y="55"/>
                    <a:pt x="1301" y="55"/>
                  </a:cubicBezTo>
                  <a:cubicBezTo>
                    <a:pt x="1300" y="55"/>
                    <a:pt x="1298" y="55"/>
                    <a:pt x="1296" y="55"/>
                  </a:cubicBezTo>
                  <a:cubicBezTo>
                    <a:pt x="1296" y="55"/>
                    <a:pt x="1295" y="55"/>
                    <a:pt x="1295" y="55"/>
                  </a:cubicBezTo>
                  <a:cubicBezTo>
                    <a:pt x="1294" y="55"/>
                    <a:pt x="1293" y="55"/>
                    <a:pt x="1292" y="55"/>
                  </a:cubicBezTo>
                  <a:cubicBezTo>
                    <a:pt x="1292" y="81"/>
                    <a:pt x="1292" y="81"/>
                    <a:pt x="1292" y="81"/>
                  </a:cubicBezTo>
                  <a:cubicBezTo>
                    <a:pt x="1292" y="86"/>
                    <a:pt x="1293" y="89"/>
                    <a:pt x="1294" y="90"/>
                  </a:cubicBezTo>
                  <a:cubicBezTo>
                    <a:pt x="1295" y="92"/>
                    <a:pt x="1298" y="93"/>
                    <a:pt x="1302" y="93"/>
                  </a:cubicBezTo>
                  <a:cubicBezTo>
                    <a:pt x="1302" y="99"/>
                    <a:pt x="1302" y="99"/>
                    <a:pt x="1302" y="99"/>
                  </a:cubicBezTo>
                  <a:cubicBezTo>
                    <a:pt x="1297" y="98"/>
                    <a:pt x="1292" y="98"/>
                    <a:pt x="1289" y="98"/>
                  </a:cubicBezTo>
                  <a:cubicBezTo>
                    <a:pt x="1285" y="98"/>
                    <a:pt x="1282" y="98"/>
                    <a:pt x="1281" y="98"/>
                  </a:cubicBezTo>
                  <a:cubicBezTo>
                    <a:pt x="1277" y="98"/>
                    <a:pt x="1274" y="98"/>
                    <a:pt x="1270" y="98"/>
                  </a:cubicBezTo>
                  <a:cubicBezTo>
                    <a:pt x="1267" y="98"/>
                    <a:pt x="1263" y="98"/>
                    <a:pt x="1259" y="99"/>
                  </a:cubicBezTo>
                  <a:cubicBezTo>
                    <a:pt x="1259" y="99"/>
                    <a:pt x="1259" y="99"/>
                    <a:pt x="1259" y="99"/>
                  </a:cubicBezTo>
                  <a:close/>
                  <a:moveTo>
                    <a:pt x="1292" y="48"/>
                  </a:moveTo>
                  <a:cubicBezTo>
                    <a:pt x="1298" y="48"/>
                    <a:pt x="1298" y="48"/>
                    <a:pt x="1298" y="48"/>
                  </a:cubicBezTo>
                  <a:cubicBezTo>
                    <a:pt x="1305" y="48"/>
                    <a:pt x="1310" y="46"/>
                    <a:pt x="1313" y="43"/>
                  </a:cubicBezTo>
                  <a:cubicBezTo>
                    <a:pt x="1316" y="40"/>
                    <a:pt x="1318" y="35"/>
                    <a:pt x="1318" y="28"/>
                  </a:cubicBezTo>
                  <a:cubicBezTo>
                    <a:pt x="1318" y="21"/>
                    <a:pt x="1316" y="16"/>
                    <a:pt x="1313" y="13"/>
                  </a:cubicBezTo>
                  <a:cubicBezTo>
                    <a:pt x="1309" y="10"/>
                    <a:pt x="1304" y="8"/>
                    <a:pt x="1297" y="8"/>
                  </a:cubicBezTo>
                  <a:cubicBezTo>
                    <a:pt x="1295" y="8"/>
                    <a:pt x="1295" y="8"/>
                    <a:pt x="1294" y="8"/>
                  </a:cubicBezTo>
                  <a:cubicBezTo>
                    <a:pt x="1293" y="9"/>
                    <a:pt x="1293" y="9"/>
                    <a:pt x="1292" y="9"/>
                  </a:cubicBezTo>
                  <a:cubicBezTo>
                    <a:pt x="1292" y="48"/>
                    <a:pt x="1292" y="48"/>
                    <a:pt x="1292" y="48"/>
                  </a:cubicBezTo>
                  <a:close/>
                  <a:moveTo>
                    <a:pt x="1370" y="66"/>
                  </a:moveTo>
                  <a:cubicBezTo>
                    <a:pt x="1380" y="66"/>
                    <a:pt x="1380" y="66"/>
                    <a:pt x="1380" y="66"/>
                  </a:cubicBezTo>
                  <a:cubicBezTo>
                    <a:pt x="1380" y="75"/>
                    <a:pt x="1382" y="81"/>
                    <a:pt x="1385" y="85"/>
                  </a:cubicBezTo>
                  <a:cubicBezTo>
                    <a:pt x="1389" y="90"/>
                    <a:pt x="1394" y="92"/>
                    <a:pt x="1400" y="92"/>
                  </a:cubicBezTo>
                  <a:cubicBezTo>
                    <a:pt x="1406" y="92"/>
                    <a:pt x="1410" y="90"/>
                    <a:pt x="1413" y="88"/>
                  </a:cubicBezTo>
                  <a:cubicBezTo>
                    <a:pt x="1416" y="85"/>
                    <a:pt x="1418" y="82"/>
                    <a:pt x="1418" y="77"/>
                  </a:cubicBezTo>
                  <a:cubicBezTo>
                    <a:pt x="1418" y="74"/>
                    <a:pt x="1417" y="71"/>
                    <a:pt x="1415" y="68"/>
                  </a:cubicBezTo>
                  <a:cubicBezTo>
                    <a:pt x="1413" y="66"/>
                    <a:pt x="1408" y="63"/>
                    <a:pt x="1400" y="60"/>
                  </a:cubicBezTo>
                  <a:cubicBezTo>
                    <a:pt x="1389" y="55"/>
                    <a:pt x="1381" y="51"/>
                    <a:pt x="1377" y="46"/>
                  </a:cubicBezTo>
                  <a:cubicBezTo>
                    <a:pt x="1373" y="41"/>
                    <a:pt x="1371" y="36"/>
                    <a:pt x="1371" y="29"/>
                  </a:cubicBezTo>
                  <a:cubicBezTo>
                    <a:pt x="1371" y="20"/>
                    <a:pt x="1374" y="13"/>
                    <a:pt x="1380" y="8"/>
                  </a:cubicBezTo>
                  <a:cubicBezTo>
                    <a:pt x="1386" y="2"/>
                    <a:pt x="1393" y="0"/>
                    <a:pt x="1403" y="0"/>
                  </a:cubicBezTo>
                  <a:cubicBezTo>
                    <a:pt x="1407" y="0"/>
                    <a:pt x="1411" y="0"/>
                    <a:pt x="1415" y="1"/>
                  </a:cubicBezTo>
                  <a:cubicBezTo>
                    <a:pt x="1420" y="1"/>
                    <a:pt x="1425" y="2"/>
                    <a:pt x="1431" y="3"/>
                  </a:cubicBezTo>
                  <a:cubicBezTo>
                    <a:pt x="1431" y="4"/>
                    <a:pt x="1431" y="4"/>
                    <a:pt x="1431" y="4"/>
                  </a:cubicBezTo>
                  <a:cubicBezTo>
                    <a:pt x="1431" y="9"/>
                    <a:pt x="1431" y="14"/>
                    <a:pt x="1431" y="17"/>
                  </a:cubicBezTo>
                  <a:cubicBezTo>
                    <a:pt x="1431" y="19"/>
                    <a:pt x="1431" y="23"/>
                    <a:pt x="1431" y="29"/>
                  </a:cubicBezTo>
                  <a:cubicBezTo>
                    <a:pt x="1431" y="29"/>
                    <a:pt x="1431" y="29"/>
                    <a:pt x="1431" y="29"/>
                  </a:cubicBezTo>
                  <a:cubicBezTo>
                    <a:pt x="1423" y="29"/>
                    <a:pt x="1423" y="29"/>
                    <a:pt x="1423" y="29"/>
                  </a:cubicBezTo>
                  <a:cubicBezTo>
                    <a:pt x="1423" y="22"/>
                    <a:pt x="1421" y="17"/>
                    <a:pt x="1418" y="13"/>
                  </a:cubicBezTo>
                  <a:cubicBezTo>
                    <a:pt x="1415" y="10"/>
                    <a:pt x="1410" y="8"/>
                    <a:pt x="1404" y="8"/>
                  </a:cubicBezTo>
                  <a:cubicBezTo>
                    <a:pt x="1400" y="8"/>
                    <a:pt x="1396" y="9"/>
                    <a:pt x="1393" y="11"/>
                  </a:cubicBezTo>
                  <a:cubicBezTo>
                    <a:pt x="1391" y="14"/>
                    <a:pt x="1389" y="17"/>
                    <a:pt x="1389" y="21"/>
                  </a:cubicBezTo>
                  <a:cubicBezTo>
                    <a:pt x="1389" y="24"/>
                    <a:pt x="1390" y="27"/>
                    <a:pt x="1392" y="30"/>
                  </a:cubicBezTo>
                  <a:cubicBezTo>
                    <a:pt x="1395" y="32"/>
                    <a:pt x="1400" y="35"/>
                    <a:pt x="1407" y="38"/>
                  </a:cubicBezTo>
                  <a:cubicBezTo>
                    <a:pt x="1408" y="38"/>
                    <a:pt x="1410" y="39"/>
                    <a:pt x="1412" y="40"/>
                  </a:cubicBezTo>
                  <a:cubicBezTo>
                    <a:pt x="1420" y="43"/>
                    <a:pt x="1426" y="46"/>
                    <a:pt x="1429" y="49"/>
                  </a:cubicBezTo>
                  <a:cubicBezTo>
                    <a:pt x="1432" y="51"/>
                    <a:pt x="1434" y="55"/>
                    <a:pt x="1435" y="58"/>
                  </a:cubicBezTo>
                  <a:cubicBezTo>
                    <a:pt x="1437" y="61"/>
                    <a:pt x="1437" y="65"/>
                    <a:pt x="1437" y="69"/>
                  </a:cubicBezTo>
                  <a:cubicBezTo>
                    <a:pt x="1437" y="79"/>
                    <a:pt x="1434" y="86"/>
                    <a:pt x="1428" y="92"/>
                  </a:cubicBezTo>
                  <a:cubicBezTo>
                    <a:pt x="1421" y="98"/>
                    <a:pt x="1413" y="101"/>
                    <a:pt x="1402" y="101"/>
                  </a:cubicBezTo>
                  <a:cubicBezTo>
                    <a:pt x="1396" y="101"/>
                    <a:pt x="1390" y="100"/>
                    <a:pt x="1385" y="99"/>
                  </a:cubicBezTo>
                  <a:cubicBezTo>
                    <a:pt x="1379" y="98"/>
                    <a:pt x="1374" y="96"/>
                    <a:pt x="1369" y="93"/>
                  </a:cubicBezTo>
                  <a:cubicBezTo>
                    <a:pt x="1370" y="90"/>
                    <a:pt x="1370" y="87"/>
                    <a:pt x="1370" y="83"/>
                  </a:cubicBezTo>
                  <a:cubicBezTo>
                    <a:pt x="1370" y="80"/>
                    <a:pt x="1370" y="77"/>
                    <a:pt x="1370" y="73"/>
                  </a:cubicBezTo>
                  <a:cubicBezTo>
                    <a:pt x="1370" y="71"/>
                    <a:pt x="1370" y="70"/>
                    <a:pt x="1370" y="69"/>
                  </a:cubicBezTo>
                  <a:cubicBezTo>
                    <a:pt x="1370" y="68"/>
                    <a:pt x="1370" y="67"/>
                    <a:pt x="1370" y="66"/>
                  </a:cubicBezTo>
                  <a:cubicBezTo>
                    <a:pt x="1370" y="66"/>
                    <a:pt x="1370" y="66"/>
                    <a:pt x="1370" y="66"/>
                  </a:cubicBezTo>
                  <a:close/>
                  <a:moveTo>
                    <a:pt x="1456" y="99"/>
                  </a:moveTo>
                  <a:cubicBezTo>
                    <a:pt x="1456" y="93"/>
                    <a:pt x="1456" y="93"/>
                    <a:pt x="1456" y="93"/>
                  </a:cubicBezTo>
                  <a:cubicBezTo>
                    <a:pt x="1457" y="93"/>
                    <a:pt x="1457" y="93"/>
                    <a:pt x="1457" y="93"/>
                  </a:cubicBezTo>
                  <a:cubicBezTo>
                    <a:pt x="1461" y="93"/>
                    <a:pt x="1464" y="92"/>
                    <a:pt x="1466" y="91"/>
                  </a:cubicBezTo>
                  <a:cubicBezTo>
                    <a:pt x="1467" y="89"/>
                    <a:pt x="1468" y="86"/>
                    <a:pt x="1468" y="81"/>
                  </a:cubicBezTo>
                  <a:cubicBezTo>
                    <a:pt x="1468" y="16"/>
                    <a:pt x="1468" y="16"/>
                    <a:pt x="1468" y="16"/>
                  </a:cubicBezTo>
                  <a:cubicBezTo>
                    <a:pt x="1468" y="13"/>
                    <a:pt x="1467" y="11"/>
                    <a:pt x="1465" y="9"/>
                  </a:cubicBezTo>
                  <a:cubicBezTo>
                    <a:pt x="1464" y="8"/>
                    <a:pt x="1461" y="7"/>
                    <a:pt x="1458" y="7"/>
                  </a:cubicBezTo>
                  <a:cubicBezTo>
                    <a:pt x="1456" y="7"/>
                    <a:pt x="1456" y="7"/>
                    <a:pt x="1456" y="7"/>
                  </a:cubicBezTo>
                  <a:cubicBezTo>
                    <a:pt x="1456" y="2"/>
                    <a:pt x="1456" y="2"/>
                    <a:pt x="1456" y="2"/>
                  </a:cubicBezTo>
                  <a:cubicBezTo>
                    <a:pt x="1460" y="2"/>
                    <a:pt x="1464" y="2"/>
                    <a:pt x="1468" y="2"/>
                  </a:cubicBezTo>
                  <a:cubicBezTo>
                    <a:pt x="1472" y="3"/>
                    <a:pt x="1475" y="3"/>
                    <a:pt x="1479" y="3"/>
                  </a:cubicBezTo>
                  <a:cubicBezTo>
                    <a:pt x="1483" y="3"/>
                    <a:pt x="1487" y="3"/>
                    <a:pt x="1491" y="2"/>
                  </a:cubicBezTo>
                  <a:cubicBezTo>
                    <a:pt x="1494" y="2"/>
                    <a:pt x="1498" y="2"/>
                    <a:pt x="1502" y="2"/>
                  </a:cubicBezTo>
                  <a:cubicBezTo>
                    <a:pt x="1502" y="7"/>
                    <a:pt x="1502" y="7"/>
                    <a:pt x="1502" y="7"/>
                  </a:cubicBezTo>
                  <a:cubicBezTo>
                    <a:pt x="1498" y="7"/>
                    <a:pt x="1495" y="8"/>
                    <a:pt x="1493" y="9"/>
                  </a:cubicBezTo>
                  <a:cubicBezTo>
                    <a:pt x="1492" y="10"/>
                    <a:pt x="1491" y="12"/>
                    <a:pt x="1491" y="16"/>
                  </a:cubicBezTo>
                  <a:cubicBezTo>
                    <a:pt x="1491" y="81"/>
                    <a:pt x="1491" y="81"/>
                    <a:pt x="1491" y="81"/>
                  </a:cubicBezTo>
                  <a:cubicBezTo>
                    <a:pt x="1491" y="86"/>
                    <a:pt x="1492" y="89"/>
                    <a:pt x="1493" y="91"/>
                  </a:cubicBezTo>
                  <a:cubicBezTo>
                    <a:pt x="1494" y="92"/>
                    <a:pt x="1497" y="93"/>
                    <a:pt x="1501" y="93"/>
                  </a:cubicBezTo>
                  <a:cubicBezTo>
                    <a:pt x="1502" y="93"/>
                    <a:pt x="1502" y="93"/>
                    <a:pt x="1502" y="93"/>
                  </a:cubicBezTo>
                  <a:cubicBezTo>
                    <a:pt x="1502" y="99"/>
                    <a:pt x="1502" y="99"/>
                    <a:pt x="1502" y="99"/>
                  </a:cubicBezTo>
                  <a:cubicBezTo>
                    <a:pt x="1498" y="98"/>
                    <a:pt x="1495" y="98"/>
                    <a:pt x="1491" y="98"/>
                  </a:cubicBezTo>
                  <a:cubicBezTo>
                    <a:pt x="1487" y="98"/>
                    <a:pt x="1483" y="98"/>
                    <a:pt x="1479" y="98"/>
                  </a:cubicBezTo>
                  <a:cubicBezTo>
                    <a:pt x="1476" y="98"/>
                    <a:pt x="1472" y="98"/>
                    <a:pt x="1469" y="98"/>
                  </a:cubicBezTo>
                  <a:cubicBezTo>
                    <a:pt x="1465" y="98"/>
                    <a:pt x="1461" y="98"/>
                    <a:pt x="1456" y="99"/>
                  </a:cubicBezTo>
                  <a:cubicBezTo>
                    <a:pt x="1456" y="99"/>
                    <a:pt x="1456" y="99"/>
                    <a:pt x="1456" y="99"/>
                  </a:cubicBezTo>
                  <a:close/>
                  <a:moveTo>
                    <a:pt x="1533" y="99"/>
                  </a:moveTo>
                  <a:cubicBezTo>
                    <a:pt x="1533" y="93"/>
                    <a:pt x="1533" y="93"/>
                    <a:pt x="1533" y="93"/>
                  </a:cubicBezTo>
                  <a:cubicBezTo>
                    <a:pt x="1535" y="93"/>
                    <a:pt x="1535" y="93"/>
                    <a:pt x="1535" y="93"/>
                  </a:cubicBezTo>
                  <a:cubicBezTo>
                    <a:pt x="1539" y="93"/>
                    <a:pt x="1542" y="92"/>
                    <a:pt x="1543" y="91"/>
                  </a:cubicBezTo>
                  <a:cubicBezTo>
                    <a:pt x="1545" y="89"/>
                    <a:pt x="1546" y="87"/>
                    <a:pt x="1546" y="84"/>
                  </a:cubicBezTo>
                  <a:cubicBezTo>
                    <a:pt x="1546" y="9"/>
                    <a:pt x="1546" y="9"/>
                    <a:pt x="1546" y="9"/>
                  </a:cubicBezTo>
                  <a:cubicBezTo>
                    <a:pt x="1543" y="9"/>
                    <a:pt x="1543" y="9"/>
                    <a:pt x="1543" y="9"/>
                  </a:cubicBezTo>
                  <a:cubicBezTo>
                    <a:pt x="1537" y="9"/>
                    <a:pt x="1532" y="10"/>
                    <a:pt x="1528" y="13"/>
                  </a:cubicBezTo>
                  <a:cubicBezTo>
                    <a:pt x="1525" y="16"/>
                    <a:pt x="1523" y="20"/>
                    <a:pt x="1522" y="26"/>
                  </a:cubicBezTo>
                  <a:cubicBezTo>
                    <a:pt x="1517" y="26"/>
                    <a:pt x="1517" y="26"/>
                    <a:pt x="1517" y="26"/>
                  </a:cubicBezTo>
                  <a:cubicBezTo>
                    <a:pt x="1518" y="2"/>
                    <a:pt x="1518" y="2"/>
                    <a:pt x="1518" y="2"/>
                  </a:cubicBezTo>
                  <a:cubicBezTo>
                    <a:pt x="1520" y="2"/>
                    <a:pt x="1522" y="2"/>
                    <a:pt x="1524" y="2"/>
                  </a:cubicBezTo>
                  <a:cubicBezTo>
                    <a:pt x="1527" y="2"/>
                    <a:pt x="1531" y="2"/>
                    <a:pt x="1536" y="2"/>
                  </a:cubicBezTo>
                  <a:cubicBezTo>
                    <a:pt x="1557" y="2"/>
                    <a:pt x="1557" y="2"/>
                    <a:pt x="1557" y="2"/>
                  </a:cubicBezTo>
                  <a:cubicBezTo>
                    <a:pt x="1578" y="2"/>
                    <a:pt x="1578" y="2"/>
                    <a:pt x="1578" y="2"/>
                  </a:cubicBezTo>
                  <a:cubicBezTo>
                    <a:pt x="1584" y="2"/>
                    <a:pt x="1588" y="2"/>
                    <a:pt x="1591" y="2"/>
                  </a:cubicBezTo>
                  <a:cubicBezTo>
                    <a:pt x="1593" y="2"/>
                    <a:pt x="1595" y="2"/>
                    <a:pt x="1597" y="2"/>
                  </a:cubicBezTo>
                  <a:cubicBezTo>
                    <a:pt x="1598" y="26"/>
                    <a:pt x="1598" y="26"/>
                    <a:pt x="1598" y="26"/>
                  </a:cubicBezTo>
                  <a:cubicBezTo>
                    <a:pt x="1593" y="26"/>
                    <a:pt x="1593" y="26"/>
                    <a:pt x="1593" y="26"/>
                  </a:cubicBezTo>
                  <a:cubicBezTo>
                    <a:pt x="1592" y="20"/>
                    <a:pt x="1590" y="16"/>
                    <a:pt x="1586" y="13"/>
                  </a:cubicBezTo>
                  <a:cubicBezTo>
                    <a:pt x="1583" y="10"/>
                    <a:pt x="1578" y="9"/>
                    <a:pt x="1572" y="9"/>
                  </a:cubicBezTo>
                  <a:cubicBezTo>
                    <a:pt x="1569" y="9"/>
                    <a:pt x="1569" y="9"/>
                    <a:pt x="1569" y="9"/>
                  </a:cubicBezTo>
                  <a:cubicBezTo>
                    <a:pt x="1569" y="83"/>
                    <a:pt x="1569" y="83"/>
                    <a:pt x="1569" y="83"/>
                  </a:cubicBezTo>
                  <a:cubicBezTo>
                    <a:pt x="1569" y="87"/>
                    <a:pt x="1570" y="89"/>
                    <a:pt x="1571" y="91"/>
                  </a:cubicBezTo>
                  <a:cubicBezTo>
                    <a:pt x="1573" y="92"/>
                    <a:pt x="1576" y="93"/>
                    <a:pt x="1580" y="93"/>
                  </a:cubicBezTo>
                  <a:cubicBezTo>
                    <a:pt x="1581" y="93"/>
                    <a:pt x="1581" y="93"/>
                    <a:pt x="1581" y="93"/>
                  </a:cubicBezTo>
                  <a:cubicBezTo>
                    <a:pt x="1581" y="99"/>
                    <a:pt x="1581" y="99"/>
                    <a:pt x="1581" y="99"/>
                  </a:cubicBezTo>
                  <a:cubicBezTo>
                    <a:pt x="1576" y="98"/>
                    <a:pt x="1571" y="98"/>
                    <a:pt x="1567" y="98"/>
                  </a:cubicBezTo>
                  <a:cubicBezTo>
                    <a:pt x="1563" y="98"/>
                    <a:pt x="1560" y="98"/>
                    <a:pt x="1557" y="98"/>
                  </a:cubicBezTo>
                  <a:cubicBezTo>
                    <a:pt x="1553" y="98"/>
                    <a:pt x="1549" y="98"/>
                    <a:pt x="1545" y="98"/>
                  </a:cubicBezTo>
                  <a:cubicBezTo>
                    <a:pt x="1541" y="98"/>
                    <a:pt x="1537" y="98"/>
                    <a:pt x="1533" y="99"/>
                  </a:cubicBezTo>
                  <a:cubicBezTo>
                    <a:pt x="1533" y="99"/>
                    <a:pt x="1533" y="99"/>
                    <a:pt x="1533" y="99"/>
                  </a:cubicBezTo>
                  <a:close/>
                  <a:moveTo>
                    <a:pt x="1666" y="56"/>
                  </a:moveTo>
                  <a:cubicBezTo>
                    <a:pt x="1666" y="81"/>
                    <a:pt x="1666" y="81"/>
                    <a:pt x="1666" y="81"/>
                  </a:cubicBezTo>
                  <a:cubicBezTo>
                    <a:pt x="1666" y="86"/>
                    <a:pt x="1667" y="89"/>
                    <a:pt x="1669" y="91"/>
                  </a:cubicBezTo>
                  <a:cubicBezTo>
                    <a:pt x="1670" y="92"/>
                    <a:pt x="1673" y="93"/>
                    <a:pt x="1678" y="93"/>
                  </a:cubicBezTo>
                  <a:cubicBezTo>
                    <a:pt x="1680" y="93"/>
                    <a:pt x="1680" y="93"/>
                    <a:pt x="1680" y="93"/>
                  </a:cubicBezTo>
                  <a:cubicBezTo>
                    <a:pt x="1680" y="99"/>
                    <a:pt x="1680" y="99"/>
                    <a:pt x="1680" y="99"/>
                  </a:cubicBezTo>
                  <a:cubicBezTo>
                    <a:pt x="1675" y="98"/>
                    <a:pt x="1670" y="98"/>
                    <a:pt x="1666" y="98"/>
                  </a:cubicBezTo>
                  <a:cubicBezTo>
                    <a:pt x="1661" y="98"/>
                    <a:pt x="1658" y="98"/>
                    <a:pt x="1656" y="98"/>
                  </a:cubicBezTo>
                  <a:cubicBezTo>
                    <a:pt x="1653" y="98"/>
                    <a:pt x="1649" y="98"/>
                    <a:pt x="1645" y="98"/>
                  </a:cubicBezTo>
                  <a:cubicBezTo>
                    <a:pt x="1640" y="98"/>
                    <a:pt x="1635" y="98"/>
                    <a:pt x="1630" y="99"/>
                  </a:cubicBezTo>
                  <a:cubicBezTo>
                    <a:pt x="1630" y="93"/>
                    <a:pt x="1630" y="93"/>
                    <a:pt x="1630" y="93"/>
                  </a:cubicBezTo>
                  <a:cubicBezTo>
                    <a:pt x="1633" y="93"/>
                    <a:pt x="1633" y="93"/>
                    <a:pt x="1633" y="93"/>
                  </a:cubicBezTo>
                  <a:cubicBezTo>
                    <a:pt x="1638" y="93"/>
                    <a:pt x="1641" y="92"/>
                    <a:pt x="1642" y="91"/>
                  </a:cubicBezTo>
                  <a:cubicBezTo>
                    <a:pt x="1644" y="89"/>
                    <a:pt x="1644" y="86"/>
                    <a:pt x="1644" y="81"/>
                  </a:cubicBezTo>
                  <a:cubicBezTo>
                    <a:pt x="1644" y="56"/>
                    <a:pt x="1644" y="56"/>
                    <a:pt x="1644" y="56"/>
                  </a:cubicBezTo>
                  <a:cubicBezTo>
                    <a:pt x="1619" y="14"/>
                    <a:pt x="1619" y="14"/>
                    <a:pt x="1619" y="14"/>
                  </a:cubicBezTo>
                  <a:cubicBezTo>
                    <a:pt x="1619" y="14"/>
                    <a:pt x="1619" y="14"/>
                    <a:pt x="1619" y="14"/>
                  </a:cubicBezTo>
                  <a:cubicBezTo>
                    <a:pt x="1616" y="10"/>
                    <a:pt x="1613" y="7"/>
                    <a:pt x="1610" y="7"/>
                  </a:cubicBezTo>
                  <a:cubicBezTo>
                    <a:pt x="1608" y="7"/>
                    <a:pt x="1608" y="7"/>
                    <a:pt x="1608" y="7"/>
                  </a:cubicBezTo>
                  <a:cubicBezTo>
                    <a:pt x="1608" y="2"/>
                    <a:pt x="1608" y="2"/>
                    <a:pt x="1608" y="2"/>
                  </a:cubicBezTo>
                  <a:cubicBezTo>
                    <a:pt x="1612" y="2"/>
                    <a:pt x="1616" y="2"/>
                    <a:pt x="1620" y="2"/>
                  </a:cubicBezTo>
                  <a:cubicBezTo>
                    <a:pt x="1623" y="2"/>
                    <a:pt x="1627" y="3"/>
                    <a:pt x="1631" y="3"/>
                  </a:cubicBezTo>
                  <a:cubicBezTo>
                    <a:pt x="1636" y="3"/>
                    <a:pt x="1640" y="2"/>
                    <a:pt x="1644" y="2"/>
                  </a:cubicBezTo>
                  <a:cubicBezTo>
                    <a:pt x="1648" y="2"/>
                    <a:pt x="1651" y="2"/>
                    <a:pt x="1654" y="2"/>
                  </a:cubicBezTo>
                  <a:cubicBezTo>
                    <a:pt x="1654" y="7"/>
                    <a:pt x="1654" y="7"/>
                    <a:pt x="1654" y="7"/>
                  </a:cubicBezTo>
                  <a:cubicBezTo>
                    <a:pt x="1650" y="7"/>
                    <a:pt x="1647" y="7"/>
                    <a:pt x="1646" y="8"/>
                  </a:cubicBezTo>
                  <a:cubicBezTo>
                    <a:pt x="1644" y="9"/>
                    <a:pt x="1644" y="9"/>
                    <a:pt x="1644" y="11"/>
                  </a:cubicBezTo>
                  <a:cubicBezTo>
                    <a:pt x="1644" y="11"/>
                    <a:pt x="1644" y="11"/>
                    <a:pt x="1644" y="12"/>
                  </a:cubicBezTo>
                  <a:cubicBezTo>
                    <a:pt x="1644" y="12"/>
                    <a:pt x="1644" y="13"/>
                    <a:pt x="1644" y="13"/>
                  </a:cubicBezTo>
                  <a:cubicBezTo>
                    <a:pt x="1664" y="48"/>
                    <a:pt x="1664" y="48"/>
                    <a:pt x="1664" y="48"/>
                  </a:cubicBezTo>
                  <a:cubicBezTo>
                    <a:pt x="1683" y="13"/>
                    <a:pt x="1683" y="13"/>
                    <a:pt x="1683" y="13"/>
                  </a:cubicBezTo>
                  <a:cubicBezTo>
                    <a:pt x="1683" y="12"/>
                    <a:pt x="1683" y="12"/>
                    <a:pt x="1683" y="11"/>
                  </a:cubicBezTo>
                  <a:cubicBezTo>
                    <a:pt x="1683" y="11"/>
                    <a:pt x="1683" y="11"/>
                    <a:pt x="1683" y="10"/>
                  </a:cubicBezTo>
                  <a:cubicBezTo>
                    <a:pt x="1683" y="9"/>
                    <a:pt x="1683" y="8"/>
                    <a:pt x="1681" y="8"/>
                  </a:cubicBezTo>
                  <a:cubicBezTo>
                    <a:pt x="1679" y="7"/>
                    <a:pt x="1677" y="7"/>
                    <a:pt x="1673" y="7"/>
                  </a:cubicBezTo>
                  <a:cubicBezTo>
                    <a:pt x="1673" y="2"/>
                    <a:pt x="1673" y="2"/>
                    <a:pt x="1673" y="2"/>
                  </a:cubicBezTo>
                  <a:cubicBezTo>
                    <a:pt x="1676" y="2"/>
                    <a:pt x="1679" y="2"/>
                    <a:pt x="1682" y="2"/>
                  </a:cubicBezTo>
                  <a:cubicBezTo>
                    <a:pt x="1684" y="2"/>
                    <a:pt x="1686" y="3"/>
                    <a:pt x="1688" y="3"/>
                  </a:cubicBezTo>
                  <a:cubicBezTo>
                    <a:pt x="1691" y="3"/>
                    <a:pt x="1693" y="2"/>
                    <a:pt x="1695" y="2"/>
                  </a:cubicBezTo>
                  <a:cubicBezTo>
                    <a:pt x="1698" y="2"/>
                    <a:pt x="1700" y="2"/>
                    <a:pt x="1702" y="2"/>
                  </a:cubicBezTo>
                  <a:cubicBezTo>
                    <a:pt x="1702" y="7"/>
                    <a:pt x="1702" y="7"/>
                    <a:pt x="1702" y="7"/>
                  </a:cubicBezTo>
                  <a:cubicBezTo>
                    <a:pt x="1699" y="7"/>
                    <a:pt x="1697" y="8"/>
                    <a:pt x="1696" y="8"/>
                  </a:cubicBezTo>
                  <a:cubicBezTo>
                    <a:pt x="1695" y="9"/>
                    <a:pt x="1694" y="10"/>
                    <a:pt x="1692" y="13"/>
                  </a:cubicBezTo>
                  <a:lnTo>
                    <a:pt x="1666" y="56"/>
                  </a:lnTo>
                  <a:close/>
                </a:path>
              </a:pathLst>
            </a:custGeom>
            <a:grp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grpSp>
          <p:nvGrpSpPr>
            <p:cNvPr id="16" name="í$ļîdé"/>
            <p:cNvGrpSpPr/>
            <p:nvPr/>
          </p:nvGrpSpPr>
          <p:grpSpPr>
            <a:xfrm>
              <a:off x="7354984" y="2180085"/>
              <a:ext cx="3612032" cy="965243"/>
              <a:chOff x="5102226" y="2428875"/>
              <a:chExt cx="5067300" cy="1354138"/>
            </a:xfrm>
            <a:grpFill/>
          </p:grpSpPr>
          <p:sp>
            <p:nvSpPr>
              <p:cNvPr id="17" name="ís1ïḋe"/>
              <p:cNvSpPr/>
              <p:nvPr/>
            </p:nvSpPr>
            <p:spPr bwMode="auto">
              <a:xfrm>
                <a:off x="5102226" y="2884488"/>
                <a:ext cx="1347788" cy="673100"/>
              </a:xfrm>
              <a:custGeom>
                <a:avLst/>
                <a:gdLst>
                  <a:gd name="T0" fmla="*/ 62 w 409"/>
                  <a:gd name="T1" fmla="*/ 79 h 204"/>
                  <a:gd name="T2" fmla="*/ 47 w 409"/>
                  <a:gd name="T3" fmla="*/ 55 h 204"/>
                  <a:gd name="T4" fmla="*/ 23 w 409"/>
                  <a:gd name="T5" fmla="*/ 49 h 204"/>
                  <a:gd name="T6" fmla="*/ 0 w 409"/>
                  <a:gd name="T7" fmla="*/ 87 h 204"/>
                  <a:gd name="T8" fmla="*/ 34 w 409"/>
                  <a:gd name="T9" fmla="*/ 193 h 204"/>
                  <a:gd name="T10" fmla="*/ 70 w 409"/>
                  <a:gd name="T11" fmla="*/ 186 h 204"/>
                  <a:gd name="T12" fmla="*/ 65 w 409"/>
                  <a:gd name="T13" fmla="*/ 129 h 204"/>
                  <a:gd name="T14" fmla="*/ 132 w 409"/>
                  <a:gd name="T15" fmla="*/ 63 h 204"/>
                  <a:gd name="T16" fmla="*/ 219 w 409"/>
                  <a:gd name="T17" fmla="*/ 42 h 204"/>
                  <a:gd name="T18" fmla="*/ 223 w 409"/>
                  <a:gd name="T19" fmla="*/ 63 h 204"/>
                  <a:gd name="T20" fmla="*/ 191 w 409"/>
                  <a:gd name="T21" fmla="*/ 105 h 204"/>
                  <a:gd name="T22" fmla="*/ 179 w 409"/>
                  <a:gd name="T23" fmla="*/ 103 h 204"/>
                  <a:gd name="T24" fmla="*/ 166 w 409"/>
                  <a:gd name="T25" fmla="*/ 77 h 204"/>
                  <a:gd name="T26" fmla="*/ 141 w 409"/>
                  <a:gd name="T27" fmla="*/ 85 h 204"/>
                  <a:gd name="T28" fmla="*/ 150 w 409"/>
                  <a:gd name="T29" fmla="*/ 113 h 204"/>
                  <a:gd name="T30" fmla="*/ 156 w 409"/>
                  <a:gd name="T31" fmla="*/ 127 h 204"/>
                  <a:gd name="T32" fmla="*/ 126 w 409"/>
                  <a:gd name="T33" fmla="*/ 142 h 204"/>
                  <a:gd name="T34" fmla="*/ 108 w 409"/>
                  <a:gd name="T35" fmla="*/ 153 h 204"/>
                  <a:gd name="T36" fmla="*/ 122 w 409"/>
                  <a:gd name="T37" fmla="*/ 177 h 204"/>
                  <a:gd name="T38" fmla="*/ 160 w 409"/>
                  <a:gd name="T39" fmla="*/ 156 h 204"/>
                  <a:gd name="T40" fmla="*/ 202 w 409"/>
                  <a:gd name="T41" fmla="*/ 149 h 204"/>
                  <a:gd name="T42" fmla="*/ 225 w 409"/>
                  <a:gd name="T43" fmla="*/ 169 h 204"/>
                  <a:gd name="T44" fmla="*/ 280 w 409"/>
                  <a:gd name="T45" fmla="*/ 173 h 204"/>
                  <a:gd name="T46" fmla="*/ 369 w 409"/>
                  <a:gd name="T47" fmla="*/ 139 h 204"/>
                  <a:gd name="T48" fmla="*/ 404 w 409"/>
                  <a:gd name="T49" fmla="*/ 129 h 204"/>
                  <a:gd name="T50" fmla="*/ 337 w 409"/>
                  <a:gd name="T51" fmla="*/ 21 h 204"/>
                  <a:gd name="T52" fmla="*/ 193 w 409"/>
                  <a:gd name="T53" fmla="*/ 12 h 204"/>
                  <a:gd name="T54" fmla="*/ 93 w 409"/>
                  <a:gd name="T55" fmla="*/ 54 h 204"/>
                  <a:gd name="T56" fmla="*/ 62 w 409"/>
                  <a:gd name="T57" fmla="*/ 79 h 204"/>
                  <a:gd name="T58" fmla="*/ 62 w 409"/>
                  <a:gd name="T59" fmla="*/ 79 h 204"/>
                  <a:gd name="T60" fmla="*/ 204 w 409"/>
                  <a:gd name="T61" fmla="*/ 125 h 204"/>
                  <a:gd name="T62" fmla="*/ 194 w 409"/>
                  <a:gd name="T63" fmla="*/ 124 h 204"/>
                  <a:gd name="T64" fmla="*/ 244 w 409"/>
                  <a:gd name="T65" fmla="*/ 90 h 204"/>
                  <a:gd name="T66" fmla="*/ 245 w 409"/>
                  <a:gd name="T67" fmla="*/ 60 h 204"/>
                  <a:gd name="T68" fmla="*/ 234 w 409"/>
                  <a:gd name="T69" fmla="*/ 45 h 204"/>
                  <a:gd name="T70" fmla="*/ 284 w 409"/>
                  <a:gd name="T71" fmla="*/ 43 h 204"/>
                  <a:gd name="T72" fmla="*/ 357 w 409"/>
                  <a:gd name="T73" fmla="*/ 75 h 204"/>
                  <a:gd name="T74" fmla="*/ 307 w 409"/>
                  <a:gd name="T75" fmla="*/ 112 h 204"/>
                  <a:gd name="T76" fmla="*/ 249 w 409"/>
                  <a:gd name="T77" fmla="*/ 142 h 204"/>
                  <a:gd name="T78" fmla="*/ 229 w 409"/>
                  <a:gd name="T79" fmla="*/ 127 h 204"/>
                  <a:gd name="T80" fmla="*/ 204 w 409"/>
                  <a:gd name="T81" fmla="*/ 1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9" h="204">
                    <a:moveTo>
                      <a:pt x="62" y="79"/>
                    </a:moveTo>
                    <a:cubicBezTo>
                      <a:pt x="56" y="77"/>
                      <a:pt x="57" y="61"/>
                      <a:pt x="47" y="55"/>
                    </a:cubicBezTo>
                    <a:cubicBezTo>
                      <a:pt x="38" y="49"/>
                      <a:pt x="30" y="49"/>
                      <a:pt x="23" y="49"/>
                    </a:cubicBezTo>
                    <a:cubicBezTo>
                      <a:pt x="16" y="50"/>
                      <a:pt x="1" y="62"/>
                      <a:pt x="0" y="87"/>
                    </a:cubicBezTo>
                    <a:cubicBezTo>
                      <a:pt x="0" y="112"/>
                      <a:pt x="25" y="181"/>
                      <a:pt x="34" y="193"/>
                    </a:cubicBezTo>
                    <a:cubicBezTo>
                      <a:pt x="43" y="204"/>
                      <a:pt x="74" y="198"/>
                      <a:pt x="70" y="186"/>
                    </a:cubicBezTo>
                    <a:cubicBezTo>
                      <a:pt x="65" y="175"/>
                      <a:pt x="57" y="144"/>
                      <a:pt x="65" y="129"/>
                    </a:cubicBezTo>
                    <a:cubicBezTo>
                      <a:pt x="73" y="115"/>
                      <a:pt x="88" y="89"/>
                      <a:pt x="132" y="63"/>
                    </a:cubicBezTo>
                    <a:cubicBezTo>
                      <a:pt x="177" y="38"/>
                      <a:pt x="211" y="39"/>
                      <a:pt x="219" y="42"/>
                    </a:cubicBezTo>
                    <a:cubicBezTo>
                      <a:pt x="227" y="45"/>
                      <a:pt x="224" y="59"/>
                      <a:pt x="223" y="63"/>
                    </a:cubicBezTo>
                    <a:cubicBezTo>
                      <a:pt x="221" y="67"/>
                      <a:pt x="191" y="102"/>
                      <a:pt x="191" y="105"/>
                    </a:cubicBezTo>
                    <a:cubicBezTo>
                      <a:pt x="190" y="108"/>
                      <a:pt x="180" y="114"/>
                      <a:pt x="179" y="103"/>
                    </a:cubicBezTo>
                    <a:cubicBezTo>
                      <a:pt x="179" y="92"/>
                      <a:pt x="177" y="81"/>
                      <a:pt x="166" y="77"/>
                    </a:cubicBezTo>
                    <a:cubicBezTo>
                      <a:pt x="156" y="73"/>
                      <a:pt x="146" y="71"/>
                      <a:pt x="141" y="85"/>
                    </a:cubicBezTo>
                    <a:cubicBezTo>
                      <a:pt x="137" y="99"/>
                      <a:pt x="144" y="109"/>
                      <a:pt x="150" y="113"/>
                    </a:cubicBezTo>
                    <a:cubicBezTo>
                      <a:pt x="155" y="118"/>
                      <a:pt x="164" y="126"/>
                      <a:pt x="156" y="127"/>
                    </a:cubicBezTo>
                    <a:cubicBezTo>
                      <a:pt x="149" y="127"/>
                      <a:pt x="126" y="142"/>
                      <a:pt x="126" y="142"/>
                    </a:cubicBezTo>
                    <a:cubicBezTo>
                      <a:pt x="126" y="142"/>
                      <a:pt x="111" y="140"/>
                      <a:pt x="108" y="153"/>
                    </a:cubicBezTo>
                    <a:cubicBezTo>
                      <a:pt x="106" y="166"/>
                      <a:pt x="115" y="181"/>
                      <a:pt x="122" y="177"/>
                    </a:cubicBezTo>
                    <a:cubicBezTo>
                      <a:pt x="128" y="173"/>
                      <a:pt x="148" y="161"/>
                      <a:pt x="160" y="156"/>
                    </a:cubicBezTo>
                    <a:cubicBezTo>
                      <a:pt x="173" y="151"/>
                      <a:pt x="194" y="144"/>
                      <a:pt x="202" y="149"/>
                    </a:cubicBezTo>
                    <a:cubicBezTo>
                      <a:pt x="210" y="154"/>
                      <a:pt x="211" y="162"/>
                      <a:pt x="225" y="169"/>
                    </a:cubicBezTo>
                    <a:cubicBezTo>
                      <a:pt x="240" y="177"/>
                      <a:pt x="268" y="178"/>
                      <a:pt x="280" y="173"/>
                    </a:cubicBezTo>
                    <a:cubicBezTo>
                      <a:pt x="292" y="167"/>
                      <a:pt x="356" y="138"/>
                      <a:pt x="369" y="139"/>
                    </a:cubicBezTo>
                    <a:cubicBezTo>
                      <a:pt x="383" y="140"/>
                      <a:pt x="398" y="154"/>
                      <a:pt x="404" y="129"/>
                    </a:cubicBezTo>
                    <a:cubicBezTo>
                      <a:pt x="409" y="104"/>
                      <a:pt x="378" y="37"/>
                      <a:pt x="337" y="21"/>
                    </a:cubicBezTo>
                    <a:cubicBezTo>
                      <a:pt x="295" y="5"/>
                      <a:pt x="248" y="0"/>
                      <a:pt x="193" y="12"/>
                    </a:cubicBezTo>
                    <a:cubicBezTo>
                      <a:pt x="139" y="23"/>
                      <a:pt x="113" y="34"/>
                      <a:pt x="93" y="54"/>
                    </a:cubicBezTo>
                    <a:cubicBezTo>
                      <a:pt x="73" y="73"/>
                      <a:pt x="68" y="82"/>
                      <a:pt x="62" y="79"/>
                    </a:cubicBezTo>
                    <a:cubicBezTo>
                      <a:pt x="62" y="79"/>
                      <a:pt x="62" y="79"/>
                      <a:pt x="62" y="79"/>
                    </a:cubicBezTo>
                    <a:close/>
                    <a:moveTo>
                      <a:pt x="204" y="125"/>
                    </a:moveTo>
                    <a:cubicBezTo>
                      <a:pt x="204" y="125"/>
                      <a:pt x="200" y="122"/>
                      <a:pt x="194" y="124"/>
                    </a:cubicBezTo>
                    <a:cubicBezTo>
                      <a:pt x="188" y="125"/>
                      <a:pt x="229" y="99"/>
                      <a:pt x="244" y="90"/>
                    </a:cubicBezTo>
                    <a:cubicBezTo>
                      <a:pt x="259" y="81"/>
                      <a:pt x="253" y="71"/>
                      <a:pt x="245" y="60"/>
                    </a:cubicBezTo>
                    <a:cubicBezTo>
                      <a:pt x="238" y="50"/>
                      <a:pt x="238" y="50"/>
                      <a:pt x="234" y="45"/>
                    </a:cubicBezTo>
                    <a:cubicBezTo>
                      <a:pt x="251" y="42"/>
                      <a:pt x="264" y="41"/>
                      <a:pt x="284" y="43"/>
                    </a:cubicBezTo>
                    <a:cubicBezTo>
                      <a:pt x="310" y="45"/>
                      <a:pt x="341" y="53"/>
                      <a:pt x="357" y="75"/>
                    </a:cubicBezTo>
                    <a:cubicBezTo>
                      <a:pt x="366" y="87"/>
                      <a:pt x="319" y="105"/>
                      <a:pt x="307" y="112"/>
                    </a:cubicBezTo>
                    <a:cubicBezTo>
                      <a:pt x="294" y="118"/>
                      <a:pt x="257" y="138"/>
                      <a:pt x="249" y="142"/>
                    </a:cubicBezTo>
                    <a:cubicBezTo>
                      <a:pt x="241" y="145"/>
                      <a:pt x="238" y="137"/>
                      <a:pt x="229" y="127"/>
                    </a:cubicBezTo>
                    <a:cubicBezTo>
                      <a:pt x="220" y="118"/>
                      <a:pt x="204" y="125"/>
                      <a:pt x="20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18" name="îślïḍê"/>
              <p:cNvSpPr/>
              <p:nvPr/>
            </p:nvSpPr>
            <p:spPr bwMode="auto">
              <a:xfrm>
                <a:off x="6911976" y="2584450"/>
                <a:ext cx="781050" cy="1198563"/>
              </a:xfrm>
              <a:custGeom>
                <a:avLst/>
                <a:gdLst>
                  <a:gd name="T0" fmla="*/ 35 w 237"/>
                  <a:gd name="T1" fmla="*/ 87 h 363"/>
                  <a:gd name="T2" fmla="*/ 18 w 237"/>
                  <a:gd name="T3" fmla="*/ 113 h 363"/>
                  <a:gd name="T4" fmla="*/ 29 w 237"/>
                  <a:gd name="T5" fmla="*/ 166 h 363"/>
                  <a:gd name="T6" fmla="*/ 18 w 237"/>
                  <a:gd name="T7" fmla="*/ 273 h 363"/>
                  <a:gd name="T8" fmla="*/ 7 w 237"/>
                  <a:gd name="T9" fmla="*/ 306 h 363"/>
                  <a:gd name="T10" fmla="*/ 16 w 237"/>
                  <a:gd name="T11" fmla="*/ 338 h 363"/>
                  <a:gd name="T12" fmla="*/ 35 w 237"/>
                  <a:gd name="T13" fmla="*/ 311 h 363"/>
                  <a:gd name="T14" fmla="*/ 48 w 237"/>
                  <a:gd name="T15" fmla="*/ 205 h 363"/>
                  <a:gd name="T16" fmla="*/ 52 w 237"/>
                  <a:gd name="T17" fmla="*/ 149 h 363"/>
                  <a:gd name="T18" fmla="*/ 54 w 237"/>
                  <a:gd name="T19" fmla="*/ 114 h 363"/>
                  <a:gd name="T20" fmla="*/ 35 w 237"/>
                  <a:gd name="T21" fmla="*/ 87 h 363"/>
                  <a:gd name="T22" fmla="*/ 35 w 237"/>
                  <a:gd name="T23" fmla="*/ 87 h 363"/>
                  <a:gd name="T24" fmla="*/ 112 w 237"/>
                  <a:gd name="T25" fmla="*/ 102 h 363"/>
                  <a:gd name="T26" fmla="*/ 94 w 237"/>
                  <a:gd name="T27" fmla="*/ 109 h 363"/>
                  <a:gd name="T28" fmla="*/ 98 w 237"/>
                  <a:gd name="T29" fmla="*/ 142 h 363"/>
                  <a:gd name="T30" fmla="*/ 103 w 237"/>
                  <a:gd name="T31" fmla="*/ 171 h 363"/>
                  <a:gd name="T32" fmla="*/ 106 w 237"/>
                  <a:gd name="T33" fmla="*/ 246 h 363"/>
                  <a:gd name="T34" fmla="*/ 127 w 237"/>
                  <a:gd name="T35" fmla="*/ 232 h 363"/>
                  <a:gd name="T36" fmla="*/ 133 w 237"/>
                  <a:gd name="T37" fmla="*/ 191 h 363"/>
                  <a:gd name="T38" fmla="*/ 135 w 237"/>
                  <a:gd name="T39" fmla="*/ 161 h 363"/>
                  <a:gd name="T40" fmla="*/ 133 w 237"/>
                  <a:gd name="T41" fmla="*/ 119 h 363"/>
                  <a:gd name="T42" fmla="*/ 112 w 237"/>
                  <a:gd name="T43" fmla="*/ 102 h 363"/>
                  <a:gd name="T44" fmla="*/ 112 w 237"/>
                  <a:gd name="T45" fmla="*/ 102 h 363"/>
                  <a:gd name="T46" fmla="*/ 209 w 237"/>
                  <a:gd name="T47" fmla="*/ 2 h 363"/>
                  <a:gd name="T48" fmla="*/ 186 w 237"/>
                  <a:gd name="T49" fmla="*/ 5 h 363"/>
                  <a:gd name="T50" fmla="*/ 184 w 237"/>
                  <a:gd name="T51" fmla="*/ 33 h 363"/>
                  <a:gd name="T52" fmla="*/ 190 w 237"/>
                  <a:gd name="T53" fmla="*/ 65 h 363"/>
                  <a:gd name="T54" fmla="*/ 191 w 237"/>
                  <a:gd name="T55" fmla="*/ 174 h 363"/>
                  <a:gd name="T56" fmla="*/ 189 w 237"/>
                  <a:gd name="T57" fmla="*/ 262 h 363"/>
                  <a:gd name="T58" fmla="*/ 199 w 237"/>
                  <a:gd name="T59" fmla="*/ 350 h 363"/>
                  <a:gd name="T60" fmla="*/ 221 w 237"/>
                  <a:gd name="T61" fmla="*/ 330 h 363"/>
                  <a:gd name="T62" fmla="*/ 212 w 237"/>
                  <a:gd name="T63" fmla="*/ 296 h 363"/>
                  <a:gd name="T64" fmla="*/ 208 w 237"/>
                  <a:gd name="T65" fmla="*/ 128 h 363"/>
                  <a:gd name="T66" fmla="*/ 217 w 237"/>
                  <a:gd name="T67" fmla="*/ 68 h 363"/>
                  <a:gd name="T68" fmla="*/ 234 w 237"/>
                  <a:gd name="T69" fmla="*/ 32 h 363"/>
                  <a:gd name="T70" fmla="*/ 209 w 237"/>
                  <a:gd name="T71" fmla="*/ 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363">
                    <a:moveTo>
                      <a:pt x="35" y="87"/>
                    </a:moveTo>
                    <a:cubicBezTo>
                      <a:pt x="23" y="88"/>
                      <a:pt x="16" y="93"/>
                      <a:pt x="18" y="113"/>
                    </a:cubicBezTo>
                    <a:cubicBezTo>
                      <a:pt x="21" y="132"/>
                      <a:pt x="33" y="134"/>
                      <a:pt x="29" y="166"/>
                    </a:cubicBezTo>
                    <a:cubicBezTo>
                      <a:pt x="25" y="197"/>
                      <a:pt x="18" y="262"/>
                      <a:pt x="18" y="273"/>
                    </a:cubicBezTo>
                    <a:cubicBezTo>
                      <a:pt x="18" y="283"/>
                      <a:pt x="9" y="299"/>
                      <a:pt x="7" y="306"/>
                    </a:cubicBezTo>
                    <a:cubicBezTo>
                      <a:pt x="4" y="313"/>
                      <a:pt x="0" y="335"/>
                      <a:pt x="16" y="338"/>
                    </a:cubicBezTo>
                    <a:cubicBezTo>
                      <a:pt x="32" y="341"/>
                      <a:pt x="33" y="320"/>
                      <a:pt x="35" y="311"/>
                    </a:cubicBezTo>
                    <a:cubicBezTo>
                      <a:pt x="38" y="301"/>
                      <a:pt x="48" y="218"/>
                      <a:pt x="48" y="205"/>
                    </a:cubicBezTo>
                    <a:cubicBezTo>
                      <a:pt x="47" y="192"/>
                      <a:pt x="49" y="160"/>
                      <a:pt x="52" y="149"/>
                    </a:cubicBezTo>
                    <a:cubicBezTo>
                      <a:pt x="55" y="138"/>
                      <a:pt x="59" y="128"/>
                      <a:pt x="54" y="114"/>
                    </a:cubicBezTo>
                    <a:cubicBezTo>
                      <a:pt x="49" y="101"/>
                      <a:pt x="47" y="86"/>
                      <a:pt x="35" y="87"/>
                    </a:cubicBezTo>
                    <a:cubicBezTo>
                      <a:pt x="35" y="87"/>
                      <a:pt x="35" y="87"/>
                      <a:pt x="35" y="87"/>
                    </a:cubicBezTo>
                    <a:close/>
                    <a:moveTo>
                      <a:pt x="112" y="102"/>
                    </a:moveTo>
                    <a:cubicBezTo>
                      <a:pt x="107" y="101"/>
                      <a:pt x="98" y="100"/>
                      <a:pt x="94" y="109"/>
                    </a:cubicBezTo>
                    <a:cubicBezTo>
                      <a:pt x="89" y="118"/>
                      <a:pt x="94" y="133"/>
                      <a:pt x="98" y="142"/>
                    </a:cubicBezTo>
                    <a:cubicBezTo>
                      <a:pt x="101" y="152"/>
                      <a:pt x="104" y="162"/>
                      <a:pt x="103" y="171"/>
                    </a:cubicBezTo>
                    <a:cubicBezTo>
                      <a:pt x="101" y="180"/>
                      <a:pt x="100" y="240"/>
                      <a:pt x="106" y="246"/>
                    </a:cubicBezTo>
                    <a:cubicBezTo>
                      <a:pt x="111" y="252"/>
                      <a:pt x="121" y="245"/>
                      <a:pt x="127" y="232"/>
                    </a:cubicBezTo>
                    <a:cubicBezTo>
                      <a:pt x="133" y="218"/>
                      <a:pt x="137" y="200"/>
                      <a:pt x="133" y="191"/>
                    </a:cubicBezTo>
                    <a:cubicBezTo>
                      <a:pt x="130" y="183"/>
                      <a:pt x="130" y="173"/>
                      <a:pt x="135" y="161"/>
                    </a:cubicBezTo>
                    <a:cubicBezTo>
                      <a:pt x="140" y="149"/>
                      <a:pt x="137" y="133"/>
                      <a:pt x="133" y="119"/>
                    </a:cubicBezTo>
                    <a:cubicBezTo>
                      <a:pt x="129" y="105"/>
                      <a:pt x="117" y="102"/>
                      <a:pt x="112" y="102"/>
                    </a:cubicBezTo>
                    <a:cubicBezTo>
                      <a:pt x="112" y="102"/>
                      <a:pt x="112" y="102"/>
                      <a:pt x="112" y="102"/>
                    </a:cubicBezTo>
                    <a:close/>
                    <a:moveTo>
                      <a:pt x="209" y="2"/>
                    </a:moveTo>
                    <a:cubicBezTo>
                      <a:pt x="203" y="1"/>
                      <a:pt x="190" y="0"/>
                      <a:pt x="186" y="5"/>
                    </a:cubicBezTo>
                    <a:cubicBezTo>
                      <a:pt x="181" y="10"/>
                      <a:pt x="179" y="21"/>
                      <a:pt x="184" y="33"/>
                    </a:cubicBezTo>
                    <a:cubicBezTo>
                      <a:pt x="190" y="46"/>
                      <a:pt x="191" y="57"/>
                      <a:pt x="190" y="65"/>
                    </a:cubicBezTo>
                    <a:cubicBezTo>
                      <a:pt x="189" y="72"/>
                      <a:pt x="191" y="153"/>
                      <a:pt x="191" y="174"/>
                    </a:cubicBezTo>
                    <a:cubicBezTo>
                      <a:pt x="191" y="195"/>
                      <a:pt x="188" y="235"/>
                      <a:pt x="189" y="262"/>
                    </a:cubicBezTo>
                    <a:cubicBezTo>
                      <a:pt x="190" y="289"/>
                      <a:pt x="189" y="337"/>
                      <a:pt x="199" y="350"/>
                    </a:cubicBezTo>
                    <a:cubicBezTo>
                      <a:pt x="210" y="363"/>
                      <a:pt x="225" y="344"/>
                      <a:pt x="221" y="330"/>
                    </a:cubicBezTo>
                    <a:cubicBezTo>
                      <a:pt x="217" y="317"/>
                      <a:pt x="216" y="321"/>
                      <a:pt x="212" y="296"/>
                    </a:cubicBezTo>
                    <a:cubicBezTo>
                      <a:pt x="209" y="270"/>
                      <a:pt x="208" y="138"/>
                      <a:pt x="208" y="128"/>
                    </a:cubicBezTo>
                    <a:cubicBezTo>
                      <a:pt x="209" y="117"/>
                      <a:pt x="212" y="79"/>
                      <a:pt x="217" y="68"/>
                    </a:cubicBezTo>
                    <a:cubicBezTo>
                      <a:pt x="221" y="57"/>
                      <a:pt x="237" y="45"/>
                      <a:pt x="234" y="32"/>
                    </a:cubicBezTo>
                    <a:cubicBezTo>
                      <a:pt x="236" y="20"/>
                      <a:pt x="215" y="4"/>
                      <a:pt x="20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19" name="iśḷiḍê"/>
              <p:cNvSpPr/>
              <p:nvPr/>
            </p:nvSpPr>
            <p:spPr bwMode="auto">
              <a:xfrm>
                <a:off x="8172451" y="2600325"/>
                <a:ext cx="806450" cy="1046163"/>
              </a:xfrm>
              <a:custGeom>
                <a:avLst/>
                <a:gdLst>
                  <a:gd name="T0" fmla="*/ 144 w 245"/>
                  <a:gd name="T1" fmla="*/ 240 h 317"/>
                  <a:gd name="T2" fmla="*/ 216 w 245"/>
                  <a:gd name="T3" fmla="*/ 298 h 317"/>
                  <a:gd name="T4" fmla="*/ 221 w 245"/>
                  <a:gd name="T5" fmla="*/ 247 h 317"/>
                  <a:gd name="T6" fmla="*/ 155 w 245"/>
                  <a:gd name="T7" fmla="*/ 214 h 317"/>
                  <a:gd name="T8" fmla="*/ 144 w 245"/>
                  <a:gd name="T9" fmla="*/ 240 h 317"/>
                  <a:gd name="T10" fmla="*/ 144 w 245"/>
                  <a:gd name="T11" fmla="*/ 240 h 317"/>
                  <a:gd name="T12" fmla="*/ 117 w 245"/>
                  <a:gd name="T13" fmla="*/ 59 h 317"/>
                  <a:gd name="T14" fmla="*/ 114 w 245"/>
                  <a:gd name="T15" fmla="*/ 20 h 317"/>
                  <a:gd name="T16" fmla="*/ 132 w 245"/>
                  <a:gd name="T17" fmla="*/ 2 h 317"/>
                  <a:gd name="T18" fmla="*/ 151 w 245"/>
                  <a:gd name="T19" fmla="*/ 32 h 317"/>
                  <a:gd name="T20" fmla="*/ 142 w 245"/>
                  <a:gd name="T21" fmla="*/ 57 h 317"/>
                  <a:gd name="T22" fmla="*/ 136 w 245"/>
                  <a:gd name="T23" fmla="*/ 74 h 317"/>
                  <a:gd name="T24" fmla="*/ 131 w 245"/>
                  <a:gd name="T25" fmla="*/ 98 h 317"/>
                  <a:gd name="T26" fmla="*/ 151 w 245"/>
                  <a:gd name="T27" fmla="*/ 91 h 317"/>
                  <a:gd name="T28" fmla="*/ 177 w 245"/>
                  <a:gd name="T29" fmla="*/ 76 h 317"/>
                  <a:gd name="T30" fmla="*/ 208 w 245"/>
                  <a:gd name="T31" fmla="*/ 82 h 317"/>
                  <a:gd name="T32" fmla="*/ 199 w 245"/>
                  <a:gd name="T33" fmla="*/ 103 h 317"/>
                  <a:gd name="T34" fmla="*/ 172 w 245"/>
                  <a:gd name="T35" fmla="*/ 109 h 317"/>
                  <a:gd name="T36" fmla="*/ 124 w 245"/>
                  <a:gd name="T37" fmla="*/ 132 h 317"/>
                  <a:gd name="T38" fmla="*/ 107 w 245"/>
                  <a:gd name="T39" fmla="*/ 203 h 317"/>
                  <a:gd name="T40" fmla="*/ 65 w 245"/>
                  <a:gd name="T41" fmla="*/ 263 h 317"/>
                  <a:gd name="T42" fmla="*/ 32 w 245"/>
                  <a:gd name="T43" fmla="*/ 308 h 317"/>
                  <a:gd name="T44" fmla="*/ 14 w 245"/>
                  <a:gd name="T45" fmla="*/ 303 h 317"/>
                  <a:gd name="T46" fmla="*/ 8 w 245"/>
                  <a:gd name="T47" fmla="*/ 275 h 317"/>
                  <a:gd name="T48" fmla="*/ 24 w 245"/>
                  <a:gd name="T49" fmla="*/ 263 h 317"/>
                  <a:gd name="T50" fmla="*/ 36 w 245"/>
                  <a:gd name="T51" fmla="*/ 267 h 317"/>
                  <a:gd name="T52" fmla="*/ 70 w 245"/>
                  <a:gd name="T53" fmla="*/ 222 h 317"/>
                  <a:gd name="T54" fmla="*/ 93 w 245"/>
                  <a:gd name="T55" fmla="*/ 165 h 317"/>
                  <a:gd name="T56" fmla="*/ 98 w 245"/>
                  <a:gd name="T57" fmla="*/ 148 h 317"/>
                  <a:gd name="T58" fmla="*/ 79 w 245"/>
                  <a:gd name="T59" fmla="*/ 160 h 317"/>
                  <a:gd name="T60" fmla="*/ 46 w 245"/>
                  <a:gd name="T61" fmla="*/ 163 h 317"/>
                  <a:gd name="T62" fmla="*/ 20 w 245"/>
                  <a:gd name="T63" fmla="*/ 134 h 317"/>
                  <a:gd name="T64" fmla="*/ 30 w 245"/>
                  <a:gd name="T65" fmla="*/ 115 h 317"/>
                  <a:gd name="T66" fmla="*/ 64 w 245"/>
                  <a:gd name="T67" fmla="*/ 119 h 317"/>
                  <a:gd name="T68" fmla="*/ 105 w 245"/>
                  <a:gd name="T69" fmla="*/ 106 h 317"/>
                  <a:gd name="T70" fmla="*/ 106 w 245"/>
                  <a:gd name="T71" fmla="*/ 105 h 317"/>
                  <a:gd name="T72" fmla="*/ 117 w 245"/>
                  <a:gd name="T73" fmla="*/ 59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317">
                    <a:moveTo>
                      <a:pt x="144" y="240"/>
                    </a:moveTo>
                    <a:cubicBezTo>
                      <a:pt x="154" y="257"/>
                      <a:pt x="187" y="309"/>
                      <a:pt x="216" y="298"/>
                    </a:cubicBezTo>
                    <a:cubicBezTo>
                      <a:pt x="245" y="288"/>
                      <a:pt x="233" y="255"/>
                      <a:pt x="221" y="247"/>
                    </a:cubicBezTo>
                    <a:cubicBezTo>
                      <a:pt x="210" y="239"/>
                      <a:pt x="155" y="214"/>
                      <a:pt x="155" y="214"/>
                    </a:cubicBezTo>
                    <a:cubicBezTo>
                      <a:pt x="132" y="204"/>
                      <a:pt x="138" y="230"/>
                      <a:pt x="144" y="240"/>
                    </a:cubicBezTo>
                    <a:cubicBezTo>
                      <a:pt x="144" y="240"/>
                      <a:pt x="144" y="240"/>
                      <a:pt x="144" y="240"/>
                    </a:cubicBezTo>
                    <a:close/>
                    <a:moveTo>
                      <a:pt x="117" y="59"/>
                    </a:moveTo>
                    <a:cubicBezTo>
                      <a:pt x="120" y="57"/>
                      <a:pt x="113" y="32"/>
                      <a:pt x="114" y="20"/>
                    </a:cubicBezTo>
                    <a:cubicBezTo>
                      <a:pt x="115" y="8"/>
                      <a:pt x="124" y="0"/>
                      <a:pt x="132" y="2"/>
                    </a:cubicBezTo>
                    <a:cubicBezTo>
                      <a:pt x="140" y="4"/>
                      <a:pt x="152" y="23"/>
                      <a:pt x="151" y="32"/>
                    </a:cubicBezTo>
                    <a:cubicBezTo>
                      <a:pt x="150" y="42"/>
                      <a:pt x="145" y="53"/>
                      <a:pt x="142" y="57"/>
                    </a:cubicBezTo>
                    <a:cubicBezTo>
                      <a:pt x="139" y="60"/>
                      <a:pt x="137" y="64"/>
                      <a:pt x="136" y="74"/>
                    </a:cubicBezTo>
                    <a:cubicBezTo>
                      <a:pt x="135" y="80"/>
                      <a:pt x="133" y="89"/>
                      <a:pt x="131" y="98"/>
                    </a:cubicBezTo>
                    <a:cubicBezTo>
                      <a:pt x="140" y="95"/>
                      <a:pt x="148" y="93"/>
                      <a:pt x="151" y="91"/>
                    </a:cubicBezTo>
                    <a:cubicBezTo>
                      <a:pt x="157" y="87"/>
                      <a:pt x="168" y="83"/>
                      <a:pt x="177" y="76"/>
                    </a:cubicBezTo>
                    <a:cubicBezTo>
                      <a:pt x="187" y="68"/>
                      <a:pt x="197" y="76"/>
                      <a:pt x="208" y="82"/>
                    </a:cubicBezTo>
                    <a:cubicBezTo>
                      <a:pt x="218" y="88"/>
                      <a:pt x="209" y="98"/>
                      <a:pt x="199" y="103"/>
                    </a:cubicBezTo>
                    <a:cubicBezTo>
                      <a:pt x="188" y="109"/>
                      <a:pt x="179" y="106"/>
                      <a:pt x="172" y="109"/>
                    </a:cubicBezTo>
                    <a:cubicBezTo>
                      <a:pt x="166" y="112"/>
                      <a:pt x="138" y="124"/>
                      <a:pt x="124" y="132"/>
                    </a:cubicBezTo>
                    <a:cubicBezTo>
                      <a:pt x="121" y="152"/>
                      <a:pt x="113" y="188"/>
                      <a:pt x="107" y="203"/>
                    </a:cubicBezTo>
                    <a:cubicBezTo>
                      <a:pt x="101" y="221"/>
                      <a:pt x="77" y="248"/>
                      <a:pt x="65" y="263"/>
                    </a:cubicBezTo>
                    <a:cubicBezTo>
                      <a:pt x="52" y="279"/>
                      <a:pt x="45" y="300"/>
                      <a:pt x="32" y="308"/>
                    </a:cubicBezTo>
                    <a:cubicBezTo>
                      <a:pt x="19" y="317"/>
                      <a:pt x="16" y="311"/>
                      <a:pt x="14" y="303"/>
                    </a:cubicBezTo>
                    <a:cubicBezTo>
                      <a:pt x="12" y="295"/>
                      <a:pt x="0" y="285"/>
                      <a:pt x="8" y="275"/>
                    </a:cubicBezTo>
                    <a:cubicBezTo>
                      <a:pt x="16" y="264"/>
                      <a:pt x="18" y="252"/>
                      <a:pt x="24" y="263"/>
                    </a:cubicBezTo>
                    <a:cubicBezTo>
                      <a:pt x="29" y="273"/>
                      <a:pt x="38" y="267"/>
                      <a:pt x="36" y="267"/>
                    </a:cubicBezTo>
                    <a:cubicBezTo>
                      <a:pt x="34" y="266"/>
                      <a:pt x="62" y="236"/>
                      <a:pt x="70" y="222"/>
                    </a:cubicBezTo>
                    <a:cubicBezTo>
                      <a:pt x="79" y="207"/>
                      <a:pt x="89" y="173"/>
                      <a:pt x="93" y="165"/>
                    </a:cubicBezTo>
                    <a:cubicBezTo>
                      <a:pt x="94" y="163"/>
                      <a:pt x="96" y="157"/>
                      <a:pt x="98" y="148"/>
                    </a:cubicBezTo>
                    <a:cubicBezTo>
                      <a:pt x="91" y="152"/>
                      <a:pt x="84" y="156"/>
                      <a:pt x="79" y="160"/>
                    </a:cubicBezTo>
                    <a:cubicBezTo>
                      <a:pt x="68" y="168"/>
                      <a:pt x="66" y="171"/>
                      <a:pt x="46" y="163"/>
                    </a:cubicBezTo>
                    <a:cubicBezTo>
                      <a:pt x="26" y="154"/>
                      <a:pt x="21" y="145"/>
                      <a:pt x="20" y="134"/>
                    </a:cubicBezTo>
                    <a:cubicBezTo>
                      <a:pt x="18" y="123"/>
                      <a:pt x="24" y="116"/>
                      <a:pt x="30" y="115"/>
                    </a:cubicBezTo>
                    <a:cubicBezTo>
                      <a:pt x="37" y="113"/>
                      <a:pt x="53" y="117"/>
                      <a:pt x="64" y="119"/>
                    </a:cubicBezTo>
                    <a:cubicBezTo>
                      <a:pt x="76" y="121"/>
                      <a:pt x="99" y="108"/>
                      <a:pt x="105" y="106"/>
                    </a:cubicBezTo>
                    <a:cubicBezTo>
                      <a:pt x="105" y="106"/>
                      <a:pt x="106" y="105"/>
                      <a:pt x="106" y="105"/>
                    </a:cubicBezTo>
                    <a:cubicBezTo>
                      <a:pt x="111" y="82"/>
                      <a:pt x="115" y="60"/>
                      <a:pt x="117"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sp>
            <p:nvSpPr>
              <p:cNvPr id="20" name="iṧľíḑe"/>
              <p:cNvSpPr/>
              <p:nvPr/>
            </p:nvSpPr>
            <p:spPr bwMode="auto">
              <a:xfrm>
                <a:off x="9385301" y="2428875"/>
                <a:ext cx="784225" cy="1284288"/>
              </a:xfrm>
              <a:custGeom>
                <a:avLst/>
                <a:gdLst>
                  <a:gd name="T0" fmla="*/ 62 w 238"/>
                  <a:gd name="T1" fmla="*/ 102 h 389"/>
                  <a:gd name="T2" fmla="*/ 70 w 238"/>
                  <a:gd name="T3" fmla="*/ 150 h 389"/>
                  <a:gd name="T4" fmla="*/ 80 w 238"/>
                  <a:gd name="T5" fmla="*/ 191 h 389"/>
                  <a:gd name="T6" fmla="*/ 98 w 238"/>
                  <a:gd name="T7" fmla="*/ 182 h 389"/>
                  <a:gd name="T8" fmla="*/ 98 w 238"/>
                  <a:gd name="T9" fmla="*/ 198 h 389"/>
                  <a:gd name="T10" fmla="*/ 16 w 238"/>
                  <a:gd name="T11" fmla="*/ 237 h 389"/>
                  <a:gd name="T12" fmla="*/ 7 w 238"/>
                  <a:gd name="T13" fmla="*/ 265 h 389"/>
                  <a:gd name="T14" fmla="*/ 70 w 238"/>
                  <a:gd name="T15" fmla="*/ 235 h 389"/>
                  <a:gd name="T16" fmla="*/ 183 w 238"/>
                  <a:gd name="T17" fmla="*/ 180 h 389"/>
                  <a:gd name="T18" fmla="*/ 183 w 238"/>
                  <a:gd name="T19" fmla="*/ 205 h 389"/>
                  <a:gd name="T20" fmla="*/ 199 w 238"/>
                  <a:gd name="T21" fmla="*/ 209 h 389"/>
                  <a:gd name="T22" fmla="*/ 212 w 238"/>
                  <a:gd name="T23" fmla="*/ 164 h 389"/>
                  <a:gd name="T24" fmla="*/ 163 w 238"/>
                  <a:gd name="T25" fmla="*/ 161 h 389"/>
                  <a:gd name="T26" fmla="*/ 188 w 238"/>
                  <a:gd name="T27" fmla="*/ 110 h 389"/>
                  <a:gd name="T28" fmla="*/ 183 w 238"/>
                  <a:gd name="T29" fmla="*/ 77 h 389"/>
                  <a:gd name="T30" fmla="*/ 179 w 238"/>
                  <a:gd name="T31" fmla="*/ 43 h 389"/>
                  <a:gd name="T32" fmla="*/ 189 w 238"/>
                  <a:gd name="T33" fmla="*/ 22 h 389"/>
                  <a:gd name="T34" fmla="*/ 163 w 238"/>
                  <a:gd name="T35" fmla="*/ 5 h 389"/>
                  <a:gd name="T36" fmla="*/ 163 w 238"/>
                  <a:gd name="T37" fmla="*/ 42 h 389"/>
                  <a:gd name="T38" fmla="*/ 159 w 238"/>
                  <a:gd name="T39" fmla="*/ 65 h 389"/>
                  <a:gd name="T40" fmla="*/ 145 w 238"/>
                  <a:gd name="T41" fmla="*/ 96 h 389"/>
                  <a:gd name="T42" fmla="*/ 139 w 238"/>
                  <a:gd name="T43" fmla="*/ 145 h 389"/>
                  <a:gd name="T44" fmla="*/ 147 w 238"/>
                  <a:gd name="T45" fmla="*/ 172 h 389"/>
                  <a:gd name="T46" fmla="*/ 120 w 238"/>
                  <a:gd name="T47" fmla="*/ 172 h 389"/>
                  <a:gd name="T48" fmla="*/ 125 w 238"/>
                  <a:gd name="T49" fmla="*/ 127 h 389"/>
                  <a:gd name="T50" fmla="*/ 110 w 238"/>
                  <a:gd name="T51" fmla="*/ 117 h 389"/>
                  <a:gd name="T52" fmla="*/ 115 w 238"/>
                  <a:gd name="T53" fmla="*/ 39 h 389"/>
                  <a:gd name="T54" fmla="*/ 104 w 238"/>
                  <a:gd name="T55" fmla="*/ 73 h 389"/>
                  <a:gd name="T56" fmla="*/ 101 w 238"/>
                  <a:gd name="T57" fmla="*/ 134 h 389"/>
                  <a:gd name="T58" fmla="*/ 86 w 238"/>
                  <a:gd name="T59" fmla="*/ 96 h 389"/>
                  <a:gd name="T60" fmla="*/ 54 w 238"/>
                  <a:gd name="T61" fmla="*/ 88 h 389"/>
                  <a:gd name="T62" fmla="*/ 93 w 238"/>
                  <a:gd name="T63" fmla="*/ 244 h 389"/>
                  <a:gd name="T64" fmla="*/ 151 w 238"/>
                  <a:gd name="T65" fmla="*/ 216 h 389"/>
                  <a:gd name="T66" fmla="*/ 146 w 238"/>
                  <a:gd name="T67" fmla="*/ 262 h 389"/>
                  <a:gd name="T68" fmla="*/ 194 w 238"/>
                  <a:gd name="T69" fmla="*/ 265 h 389"/>
                  <a:gd name="T70" fmla="*/ 168 w 238"/>
                  <a:gd name="T71" fmla="*/ 297 h 389"/>
                  <a:gd name="T72" fmla="*/ 158 w 238"/>
                  <a:gd name="T73" fmla="*/ 349 h 389"/>
                  <a:gd name="T74" fmla="*/ 102 w 238"/>
                  <a:gd name="T75" fmla="*/ 372 h 389"/>
                  <a:gd name="T76" fmla="*/ 112 w 238"/>
                  <a:gd name="T77" fmla="*/ 355 h 389"/>
                  <a:gd name="T78" fmla="*/ 151 w 238"/>
                  <a:gd name="T79" fmla="*/ 319 h 389"/>
                  <a:gd name="T80" fmla="*/ 114 w 238"/>
                  <a:gd name="T81" fmla="*/ 312 h 389"/>
                  <a:gd name="T82" fmla="*/ 62 w 238"/>
                  <a:gd name="T83" fmla="*/ 309 h 389"/>
                  <a:gd name="T84" fmla="*/ 133 w 238"/>
                  <a:gd name="T85" fmla="*/ 280 h 389"/>
                  <a:gd name="T86" fmla="*/ 106 w 238"/>
                  <a:gd name="T87" fmla="*/ 25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 h="389">
                    <a:moveTo>
                      <a:pt x="54" y="88"/>
                    </a:moveTo>
                    <a:cubicBezTo>
                      <a:pt x="55" y="91"/>
                      <a:pt x="59" y="99"/>
                      <a:pt x="62" y="102"/>
                    </a:cubicBezTo>
                    <a:cubicBezTo>
                      <a:pt x="66" y="106"/>
                      <a:pt x="73" y="113"/>
                      <a:pt x="72" y="116"/>
                    </a:cubicBezTo>
                    <a:cubicBezTo>
                      <a:pt x="72" y="120"/>
                      <a:pt x="70" y="144"/>
                      <a:pt x="70" y="150"/>
                    </a:cubicBezTo>
                    <a:cubicBezTo>
                      <a:pt x="70" y="156"/>
                      <a:pt x="67" y="172"/>
                      <a:pt x="71" y="176"/>
                    </a:cubicBezTo>
                    <a:cubicBezTo>
                      <a:pt x="74" y="180"/>
                      <a:pt x="80" y="191"/>
                      <a:pt x="80" y="191"/>
                    </a:cubicBezTo>
                    <a:cubicBezTo>
                      <a:pt x="80" y="191"/>
                      <a:pt x="88" y="193"/>
                      <a:pt x="90" y="187"/>
                    </a:cubicBezTo>
                    <a:cubicBezTo>
                      <a:pt x="92" y="180"/>
                      <a:pt x="98" y="182"/>
                      <a:pt x="98" y="182"/>
                    </a:cubicBezTo>
                    <a:cubicBezTo>
                      <a:pt x="98" y="182"/>
                      <a:pt x="110" y="187"/>
                      <a:pt x="107" y="190"/>
                    </a:cubicBezTo>
                    <a:cubicBezTo>
                      <a:pt x="104" y="193"/>
                      <a:pt x="105" y="194"/>
                      <a:pt x="98" y="198"/>
                    </a:cubicBezTo>
                    <a:cubicBezTo>
                      <a:pt x="92" y="202"/>
                      <a:pt x="39" y="231"/>
                      <a:pt x="39" y="231"/>
                    </a:cubicBezTo>
                    <a:cubicBezTo>
                      <a:pt x="39" y="231"/>
                      <a:pt x="21" y="236"/>
                      <a:pt x="16" y="237"/>
                    </a:cubicBezTo>
                    <a:cubicBezTo>
                      <a:pt x="11" y="238"/>
                      <a:pt x="4" y="236"/>
                      <a:pt x="2" y="243"/>
                    </a:cubicBezTo>
                    <a:cubicBezTo>
                      <a:pt x="0" y="250"/>
                      <a:pt x="2" y="260"/>
                      <a:pt x="7" y="265"/>
                    </a:cubicBezTo>
                    <a:cubicBezTo>
                      <a:pt x="10" y="266"/>
                      <a:pt x="22" y="271"/>
                      <a:pt x="33" y="266"/>
                    </a:cubicBezTo>
                    <a:cubicBezTo>
                      <a:pt x="47" y="260"/>
                      <a:pt x="60" y="244"/>
                      <a:pt x="70" y="235"/>
                    </a:cubicBezTo>
                    <a:cubicBezTo>
                      <a:pt x="88" y="221"/>
                      <a:pt x="104" y="211"/>
                      <a:pt x="119" y="204"/>
                    </a:cubicBezTo>
                    <a:cubicBezTo>
                      <a:pt x="134" y="198"/>
                      <a:pt x="167" y="182"/>
                      <a:pt x="183" y="180"/>
                    </a:cubicBezTo>
                    <a:cubicBezTo>
                      <a:pt x="199" y="178"/>
                      <a:pt x="202" y="186"/>
                      <a:pt x="199" y="190"/>
                    </a:cubicBezTo>
                    <a:cubicBezTo>
                      <a:pt x="197" y="195"/>
                      <a:pt x="188" y="203"/>
                      <a:pt x="183" y="205"/>
                    </a:cubicBezTo>
                    <a:cubicBezTo>
                      <a:pt x="179" y="208"/>
                      <a:pt x="181" y="213"/>
                      <a:pt x="181" y="213"/>
                    </a:cubicBezTo>
                    <a:cubicBezTo>
                      <a:pt x="181" y="213"/>
                      <a:pt x="185" y="213"/>
                      <a:pt x="199" y="209"/>
                    </a:cubicBezTo>
                    <a:cubicBezTo>
                      <a:pt x="214" y="205"/>
                      <a:pt x="234" y="205"/>
                      <a:pt x="236" y="200"/>
                    </a:cubicBezTo>
                    <a:cubicBezTo>
                      <a:pt x="238" y="196"/>
                      <a:pt x="230" y="165"/>
                      <a:pt x="212" y="164"/>
                    </a:cubicBezTo>
                    <a:cubicBezTo>
                      <a:pt x="193" y="163"/>
                      <a:pt x="172" y="168"/>
                      <a:pt x="167" y="170"/>
                    </a:cubicBezTo>
                    <a:cubicBezTo>
                      <a:pt x="162" y="171"/>
                      <a:pt x="157" y="167"/>
                      <a:pt x="163" y="161"/>
                    </a:cubicBezTo>
                    <a:cubicBezTo>
                      <a:pt x="169" y="154"/>
                      <a:pt x="178" y="146"/>
                      <a:pt x="182" y="133"/>
                    </a:cubicBezTo>
                    <a:cubicBezTo>
                      <a:pt x="186" y="119"/>
                      <a:pt x="192" y="116"/>
                      <a:pt x="188" y="110"/>
                    </a:cubicBezTo>
                    <a:cubicBezTo>
                      <a:pt x="183" y="104"/>
                      <a:pt x="176" y="92"/>
                      <a:pt x="173" y="90"/>
                    </a:cubicBezTo>
                    <a:cubicBezTo>
                      <a:pt x="170" y="88"/>
                      <a:pt x="173" y="81"/>
                      <a:pt x="183" y="77"/>
                    </a:cubicBezTo>
                    <a:cubicBezTo>
                      <a:pt x="193" y="72"/>
                      <a:pt x="204" y="61"/>
                      <a:pt x="198" y="54"/>
                    </a:cubicBezTo>
                    <a:cubicBezTo>
                      <a:pt x="192" y="46"/>
                      <a:pt x="180" y="50"/>
                      <a:pt x="179" y="43"/>
                    </a:cubicBezTo>
                    <a:cubicBezTo>
                      <a:pt x="179" y="35"/>
                      <a:pt x="173" y="31"/>
                      <a:pt x="179" y="29"/>
                    </a:cubicBezTo>
                    <a:cubicBezTo>
                      <a:pt x="185" y="27"/>
                      <a:pt x="191" y="25"/>
                      <a:pt x="189" y="22"/>
                    </a:cubicBezTo>
                    <a:cubicBezTo>
                      <a:pt x="187" y="18"/>
                      <a:pt x="184" y="12"/>
                      <a:pt x="180" y="6"/>
                    </a:cubicBezTo>
                    <a:cubicBezTo>
                      <a:pt x="175" y="1"/>
                      <a:pt x="164" y="0"/>
                      <a:pt x="163" y="5"/>
                    </a:cubicBezTo>
                    <a:cubicBezTo>
                      <a:pt x="161" y="11"/>
                      <a:pt x="161" y="21"/>
                      <a:pt x="161" y="26"/>
                    </a:cubicBezTo>
                    <a:cubicBezTo>
                      <a:pt x="161" y="31"/>
                      <a:pt x="160" y="38"/>
                      <a:pt x="163" y="42"/>
                    </a:cubicBezTo>
                    <a:cubicBezTo>
                      <a:pt x="167" y="46"/>
                      <a:pt x="168" y="48"/>
                      <a:pt x="167" y="52"/>
                    </a:cubicBezTo>
                    <a:cubicBezTo>
                      <a:pt x="166" y="55"/>
                      <a:pt x="166" y="61"/>
                      <a:pt x="159" y="65"/>
                    </a:cubicBezTo>
                    <a:cubicBezTo>
                      <a:pt x="151" y="69"/>
                      <a:pt x="147" y="69"/>
                      <a:pt x="145" y="74"/>
                    </a:cubicBezTo>
                    <a:cubicBezTo>
                      <a:pt x="142" y="80"/>
                      <a:pt x="142" y="94"/>
                      <a:pt x="145" y="96"/>
                    </a:cubicBezTo>
                    <a:cubicBezTo>
                      <a:pt x="147" y="97"/>
                      <a:pt x="155" y="95"/>
                      <a:pt x="153" y="105"/>
                    </a:cubicBezTo>
                    <a:cubicBezTo>
                      <a:pt x="150" y="116"/>
                      <a:pt x="138" y="141"/>
                      <a:pt x="139" y="145"/>
                    </a:cubicBezTo>
                    <a:cubicBezTo>
                      <a:pt x="140" y="150"/>
                      <a:pt x="148" y="148"/>
                      <a:pt x="148" y="153"/>
                    </a:cubicBezTo>
                    <a:cubicBezTo>
                      <a:pt x="148" y="159"/>
                      <a:pt x="151" y="169"/>
                      <a:pt x="147" y="172"/>
                    </a:cubicBezTo>
                    <a:cubicBezTo>
                      <a:pt x="143" y="176"/>
                      <a:pt x="130" y="180"/>
                      <a:pt x="130" y="180"/>
                    </a:cubicBezTo>
                    <a:cubicBezTo>
                      <a:pt x="130" y="180"/>
                      <a:pt x="116" y="184"/>
                      <a:pt x="120" y="172"/>
                    </a:cubicBezTo>
                    <a:cubicBezTo>
                      <a:pt x="123" y="160"/>
                      <a:pt x="126" y="141"/>
                      <a:pt x="127" y="137"/>
                    </a:cubicBezTo>
                    <a:cubicBezTo>
                      <a:pt x="127" y="133"/>
                      <a:pt x="131" y="128"/>
                      <a:pt x="125" y="127"/>
                    </a:cubicBezTo>
                    <a:cubicBezTo>
                      <a:pt x="120" y="127"/>
                      <a:pt x="126" y="117"/>
                      <a:pt x="119" y="120"/>
                    </a:cubicBezTo>
                    <a:cubicBezTo>
                      <a:pt x="113" y="122"/>
                      <a:pt x="108" y="125"/>
                      <a:pt x="110" y="117"/>
                    </a:cubicBezTo>
                    <a:cubicBezTo>
                      <a:pt x="111" y="108"/>
                      <a:pt x="121" y="80"/>
                      <a:pt x="124" y="63"/>
                    </a:cubicBezTo>
                    <a:cubicBezTo>
                      <a:pt x="126" y="46"/>
                      <a:pt x="120" y="43"/>
                      <a:pt x="115" y="39"/>
                    </a:cubicBezTo>
                    <a:cubicBezTo>
                      <a:pt x="110" y="36"/>
                      <a:pt x="95" y="44"/>
                      <a:pt x="95" y="50"/>
                    </a:cubicBezTo>
                    <a:cubicBezTo>
                      <a:pt x="95" y="56"/>
                      <a:pt x="103" y="65"/>
                      <a:pt x="104" y="73"/>
                    </a:cubicBezTo>
                    <a:cubicBezTo>
                      <a:pt x="105" y="81"/>
                      <a:pt x="103" y="107"/>
                      <a:pt x="104" y="110"/>
                    </a:cubicBezTo>
                    <a:cubicBezTo>
                      <a:pt x="104" y="113"/>
                      <a:pt x="102" y="130"/>
                      <a:pt x="101" y="134"/>
                    </a:cubicBezTo>
                    <a:cubicBezTo>
                      <a:pt x="100" y="137"/>
                      <a:pt x="83" y="150"/>
                      <a:pt x="85" y="136"/>
                    </a:cubicBezTo>
                    <a:cubicBezTo>
                      <a:pt x="88" y="122"/>
                      <a:pt x="89" y="105"/>
                      <a:pt x="86" y="96"/>
                    </a:cubicBezTo>
                    <a:cubicBezTo>
                      <a:pt x="82" y="87"/>
                      <a:pt x="67" y="75"/>
                      <a:pt x="62" y="74"/>
                    </a:cubicBezTo>
                    <a:cubicBezTo>
                      <a:pt x="58" y="74"/>
                      <a:pt x="54" y="84"/>
                      <a:pt x="54" y="88"/>
                    </a:cubicBezTo>
                    <a:cubicBezTo>
                      <a:pt x="54" y="88"/>
                      <a:pt x="54" y="88"/>
                      <a:pt x="54" y="88"/>
                    </a:cubicBezTo>
                    <a:close/>
                    <a:moveTo>
                      <a:pt x="93" y="244"/>
                    </a:moveTo>
                    <a:cubicBezTo>
                      <a:pt x="93" y="236"/>
                      <a:pt x="103" y="232"/>
                      <a:pt x="110" y="230"/>
                    </a:cubicBezTo>
                    <a:cubicBezTo>
                      <a:pt x="116" y="229"/>
                      <a:pt x="140" y="217"/>
                      <a:pt x="151" y="216"/>
                    </a:cubicBezTo>
                    <a:cubicBezTo>
                      <a:pt x="162" y="216"/>
                      <a:pt x="162" y="232"/>
                      <a:pt x="159" y="239"/>
                    </a:cubicBezTo>
                    <a:cubicBezTo>
                      <a:pt x="156" y="246"/>
                      <a:pt x="150" y="257"/>
                      <a:pt x="146" y="262"/>
                    </a:cubicBezTo>
                    <a:cubicBezTo>
                      <a:pt x="143" y="267"/>
                      <a:pt x="159" y="270"/>
                      <a:pt x="159" y="270"/>
                    </a:cubicBezTo>
                    <a:cubicBezTo>
                      <a:pt x="159" y="270"/>
                      <a:pt x="184" y="264"/>
                      <a:pt x="194" y="265"/>
                    </a:cubicBezTo>
                    <a:cubicBezTo>
                      <a:pt x="203" y="266"/>
                      <a:pt x="205" y="280"/>
                      <a:pt x="203" y="291"/>
                    </a:cubicBezTo>
                    <a:cubicBezTo>
                      <a:pt x="201" y="302"/>
                      <a:pt x="174" y="298"/>
                      <a:pt x="168" y="297"/>
                    </a:cubicBezTo>
                    <a:cubicBezTo>
                      <a:pt x="162" y="296"/>
                      <a:pt x="166" y="307"/>
                      <a:pt x="164" y="313"/>
                    </a:cubicBezTo>
                    <a:cubicBezTo>
                      <a:pt x="163" y="319"/>
                      <a:pt x="163" y="329"/>
                      <a:pt x="158" y="349"/>
                    </a:cubicBezTo>
                    <a:cubicBezTo>
                      <a:pt x="153" y="368"/>
                      <a:pt x="139" y="381"/>
                      <a:pt x="131" y="385"/>
                    </a:cubicBezTo>
                    <a:cubicBezTo>
                      <a:pt x="122" y="389"/>
                      <a:pt x="106" y="379"/>
                      <a:pt x="102" y="372"/>
                    </a:cubicBezTo>
                    <a:cubicBezTo>
                      <a:pt x="99" y="365"/>
                      <a:pt x="92" y="366"/>
                      <a:pt x="89" y="355"/>
                    </a:cubicBezTo>
                    <a:cubicBezTo>
                      <a:pt x="85" y="344"/>
                      <a:pt x="104" y="351"/>
                      <a:pt x="112" y="355"/>
                    </a:cubicBezTo>
                    <a:cubicBezTo>
                      <a:pt x="119" y="358"/>
                      <a:pt x="132" y="358"/>
                      <a:pt x="139" y="356"/>
                    </a:cubicBezTo>
                    <a:cubicBezTo>
                      <a:pt x="146" y="353"/>
                      <a:pt x="151" y="328"/>
                      <a:pt x="151" y="319"/>
                    </a:cubicBezTo>
                    <a:cubicBezTo>
                      <a:pt x="152" y="309"/>
                      <a:pt x="145" y="302"/>
                      <a:pt x="142" y="301"/>
                    </a:cubicBezTo>
                    <a:cubicBezTo>
                      <a:pt x="139" y="300"/>
                      <a:pt x="126" y="306"/>
                      <a:pt x="114" y="312"/>
                    </a:cubicBezTo>
                    <a:cubicBezTo>
                      <a:pt x="103" y="318"/>
                      <a:pt x="95" y="325"/>
                      <a:pt x="86" y="327"/>
                    </a:cubicBezTo>
                    <a:cubicBezTo>
                      <a:pt x="76" y="329"/>
                      <a:pt x="64" y="319"/>
                      <a:pt x="62" y="309"/>
                    </a:cubicBezTo>
                    <a:cubicBezTo>
                      <a:pt x="60" y="299"/>
                      <a:pt x="88" y="298"/>
                      <a:pt x="93" y="297"/>
                    </a:cubicBezTo>
                    <a:cubicBezTo>
                      <a:pt x="99" y="296"/>
                      <a:pt x="133" y="280"/>
                      <a:pt x="133" y="280"/>
                    </a:cubicBezTo>
                    <a:cubicBezTo>
                      <a:pt x="135" y="272"/>
                      <a:pt x="139" y="251"/>
                      <a:pt x="126" y="249"/>
                    </a:cubicBezTo>
                    <a:cubicBezTo>
                      <a:pt x="118" y="248"/>
                      <a:pt x="113" y="259"/>
                      <a:pt x="106" y="259"/>
                    </a:cubicBezTo>
                    <a:cubicBezTo>
                      <a:pt x="99" y="259"/>
                      <a:pt x="94" y="252"/>
                      <a:pt x="93"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703020204020201" pitchFamily="34" charset="-122"/>
                  <a:cs typeface="+mn-cs"/>
                </a:endParaRPr>
              </a:p>
            </p:txBody>
          </p:sp>
        </p:grpSp>
      </p:grpSp>
      <p:sp>
        <p:nvSpPr>
          <p:cNvPr id="35" name="文本框 34"/>
          <p:cNvSpPr txBox="1"/>
          <p:nvPr/>
        </p:nvSpPr>
        <p:spPr>
          <a:xfrm>
            <a:off x="2351589" y="1116244"/>
            <a:ext cx="7488822" cy="73088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3200" b="1" i="0" u="none" strike="noStrike" kern="1200" cap="none" spc="130" normalizeH="0" baseline="0" noProof="0" dirty="0">
                <a:ln>
                  <a:noFill/>
                </a:ln>
                <a:solidFill>
                  <a:schemeClr val="bg1"/>
                </a:solidFill>
                <a:effectLst/>
                <a:uLnTx/>
                <a:uFillTx/>
                <a:latin typeface="微软雅黑" panose="020B0703020204020201" pitchFamily="34" charset="-122"/>
                <a:ea typeface="微软雅黑" panose="020B0703020204020201" pitchFamily="34" charset="-122"/>
                <a:cs typeface="+mn-cs"/>
              </a:rPr>
              <a:t>敬请批评指正</a:t>
            </a:r>
            <a:endParaRPr kumimoji="0" lang="zh-CN" altLang="en-US" sz="3200" b="1" i="0" u="none" strike="noStrike" kern="1200" cap="none" spc="130" normalizeH="0" baseline="0" noProof="0" dirty="0">
              <a:ln>
                <a:noFill/>
              </a:ln>
              <a:solidFill>
                <a:schemeClr val="bg1"/>
              </a:solidFill>
              <a:effectLst/>
              <a:uLnTx/>
              <a:uFillTx/>
              <a:latin typeface="微软雅黑" panose="020B0703020204020201" pitchFamily="34" charset="-122"/>
              <a:ea typeface="微软雅黑" panose="020B0703020204020201" pitchFamily="34" charset="-122"/>
              <a:cs typeface="+mn-cs"/>
            </a:endParaRPr>
          </a:p>
        </p:txBody>
      </p:sp>
      <p:sp>
        <p:nvSpPr>
          <p:cNvPr id="36" name="文本占位符 3"/>
          <p:cNvSpPr txBox="1"/>
          <p:nvPr/>
        </p:nvSpPr>
        <p:spPr>
          <a:xfrm>
            <a:off x="4512011" y="2574820"/>
            <a:ext cx="3175352" cy="756639"/>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normalizeH="0" baseline="0" noProof="0" dirty="0">
                <a:ln>
                  <a:noFill/>
                </a:ln>
                <a:solidFill>
                  <a:schemeClr val="bg1"/>
                </a:solidFill>
                <a:effectLst/>
                <a:uLnTx/>
                <a:uFillTx/>
                <a:latin typeface="Arial" panose="020B0604020202020204"/>
                <a:ea typeface="微软雅黑" panose="020B0703020204020201" pitchFamily="34" charset="-122"/>
                <a:cs typeface="+mn-cs"/>
              </a:rPr>
              <a:t>Thanks for your listening</a:t>
            </a:r>
            <a:endParaRPr kumimoji="0" lang="en-US" altLang="zh-CN" sz="2000" b="0" i="0" u="none" strike="noStrike" kern="1200" cap="none" normalizeH="0" baseline="0" noProof="0" dirty="0">
              <a:ln>
                <a:noFill/>
              </a:ln>
              <a:solidFill>
                <a:schemeClr val="bg1"/>
              </a:solidFill>
              <a:effectLst/>
              <a:uLnTx/>
              <a:uFillTx/>
              <a:latin typeface="Arial" panose="020B0604020202020204"/>
              <a:ea typeface="微软雅黑" panose="020B0703020204020201"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normalizeH="0" baseline="0" noProof="0" dirty="0">
              <a:ln>
                <a:noFill/>
              </a:ln>
              <a:solidFill>
                <a:schemeClr val="bg1"/>
              </a:solidFill>
              <a:effectLst/>
              <a:uLnTx/>
              <a:uFillTx/>
              <a:latin typeface="Arial" panose="020B0604020202020204"/>
              <a:ea typeface="微软雅黑" panose="020B0703020204020201" pitchFamily="34" charset="-122"/>
              <a:cs typeface="+mn-cs"/>
            </a:endParaRPr>
          </a:p>
        </p:txBody>
      </p:sp>
      <p:sp>
        <p:nvSpPr>
          <p:cNvPr id="42" name="矩形: 圆角 41"/>
          <p:cNvSpPr/>
          <p:nvPr/>
        </p:nvSpPr>
        <p:spPr>
          <a:xfrm>
            <a:off x="1527521" y="5792813"/>
            <a:ext cx="2077200" cy="35263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rPr>
              <a:t>组别：第八组</a:t>
            </a:r>
            <a:endPar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endParaRPr>
          </a:p>
        </p:txBody>
      </p:sp>
      <p:sp>
        <p:nvSpPr>
          <p:cNvPr id="43" name="矩形: 圆角 42"/>
          <p:cNvSpPr/>
          <p:nvPr/>
        </p:nvSpPr>
        <p:spPr>
          <a:xfrm>
            <a:off x="4943319" y="5792813"/>
            <a:ext cx="2305358" cy="35263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rPr>
              <a:t>指导老师：</a:t>
            </a:r>
            <a:r>
              <a:rPr lang="zh-CN" altLang="en-US" dirty="0">
                <a:solidFill>
                  <a:srgbClr val="FFFFFF"/>
                </a:solidFill>
                <a:latin typeface="Arial" panose="020B0604020202020204"/>
                <a:ea typeface="微软雅黑" panose="020B0703020204020201" pitchFamily="34" charset="-122"/>
              </a:rPr>
              <a:t>杨波</a:t>
            </a:r>
            <a:endPar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endParaRPr>
          </a:p>
        </p:txBody>
      </p:sp>
      <p:sp>
        <p:nvSpPr>
          <p:cNvPr id="44" name="矩形: 圆角 43"/>
          <p:cNvSpPr/>
          <p:nvPr/>
        </p:nvSpPr>
        <p:spPr>
          <a:xfrm>
            <a:off x="8587275" y="5775836"/>
            <a:ext cx="2185500" cy="356158"/>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rgbClr val="FFFFFF"/>
                </a:solidFill>
                <a:latin typeface="Arial" panose="020B0604020202020204"/>
                <a:ea typeface="微软雅黑" panose="020B0703020204020201" pitchFamily="34" charset="-122"/>
              </a:rPr>
              <a:t>时间</a:t>
            </a:r>
            <a:r>
              <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rPr>
              <a:t>：</a:t>
            </a:r>
            <a:r>
              <a:rPr lang="en-US" altLang="zh-CN" dirty="0">
                <a:solidFill>
                  <a:srgbClr val="FFFFFF"/>
                </a:solidFill>
                <a:latin typeface="Arial" panose="020B0604020202020204"/>
                <a:ea typeface="微软雅黑" panose="020B0703020204020201" pitchFamily="34" charset="-122"/>
              </a:rPr>
              <a:t>2026.06.03</a:t>
            </a:r>
            <a:endParaRPr kumimoji="0" lang="zh-CN" altLang="en-US" b="0" i="0" u="none" strike="noStrike" kern="1200" cap="none" spc="0" normalizeH="0" baseline="0" noProof="0" dirty="0">
              <a:ln>
                <a:noFill/>
              </a:ln>
              <a:solidFill>
                <a:srgbClr val="FFFFFF"/>
              </a:solidFill>
              <a:effectLst/>
              <a:uLnTx/>
              <a:uFillTx/>
              <a:latin typeface="Arial" panose="020B0604020202020204"/>
              <a:ea typeface="微软雅黑" panose="020B0703020204020201" pitchFamily="34" charset="-122"/>
              <a:cs typeface="+mn-cs"/>
            </a:endParaRPr>
          </a:p>
        </p:txBody>
      </p:sp>
      <p:cxnSp>
        <p:nvCxnSpPr>
          <p:cNvPr id="5" name="直接连接符 4"/>
          <p:cNvCxnSpPr/>
          <p:nvPr/>
        </p:nvCxnSpPr>
        <p:spPr>
          <a:xfrm>
            <a:off x="5199005" y="2523843"/>
            <a:ext cx="1709837" cy="0"/>
          </a:xfrm>
          <a:prstGeom prst="line">
            <a:avLst/>
          </a:prstGeom>
          <a:ln w="19050">
            <a:gradFill>
              <a:gsLst>
                <a:gs pos="0">
                  <a:schemeClr val="bg1">
                    <a:alpha val="0"/>
                  </a:schemeClr>
                </a:gs>
                <a:gs pos="49400">
                  <a:srgbClr val="FFFFFF"/>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8" name="任意多边形: 形状 37"/>
          <p:cNvSpPr/>
          <p:nvPr/>
        </p:nvSpPr>
        <p:spPr>
          <a:xfrm>
            <a:off x="0" y="2329236"/>
            <a:ext cx="12192000" cy="1809343"/>
          </a:xfrm>
          <a:custGeom>
            <a:avLst/>
            <a:gdLst>
              <a:gd name="connsiteX0" fmla="*/ 11511615 w 12185612"/>
              <a:gd name="connsiteY0" fmla="*/ 0 h 1809343"/>
              <a:gd name="connsiteX1" fmla="*/ 12185612 w 12185612"/>
              <a:gd name="connsiteY1" fmla="*/ 134799 h 1809343"/>
              <a:gd name="connsiteX2" fmla="*/ 12185612 w 12185612"/>
              <a:gd name="connsiteY2" fmla="*/ 319795 h 1809343"/>
              <a:gd name="connsiteX3" fmla="*/ 11769269 w 12185612"/>
              <a:gd name="connsiteY3" fmla="*/ 431005 h 1809343"/>
              <a:gd name="connsiteX4" fmla="*/ 6098388 w 12185612"/>
              <a:gd name="connsiteY4" fmla="*/ 1809343 h 1809343"/>
              <a:gd name="connsiteX5" fmla="*/ 1030855 w 12185612"/>
              <a:gd name="connsiteY5" fmla="*/ 612528 h 1809343"/>
              <a:gd name="connsiteX6" fmla="*/ 0 w 12185612"/>
              <a:gd name="connsiteY6" fmla="*/ 339538 h 1809343"/>
              <a:gd name="connsiteX7" fmla="*/ 0 w 12185612"/>
              <a:gd name="connsiteY7" fmla="*/ 81678 h 1809343"/>
              <a:gd name="connsiteX8" fmla="*/ 637104 w 12185612"/>
              <a:gd name="connsiteY8" fmla="*/ 607 h 1809343"/>
              <a:gd name="connsiteX9" fmla="*/ 6098821 w 12185612"/>
              <a:gd name="connsiteY9" fmla="*/ 1643974 h 1809343"/>
              <a:gd name="connsiteX10" fmla="*/ 11511615 w 12185612"/>
              <a:gd name="connsiteY10" fmla="*/ 0 h 180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9" name="任意多边形: 形状 38"/>
          <p:cNvSpPr/>
          <p:nvPr/>
        </p:nvSpPr>
        <p:spPr>
          <a:xfrm>
            <a:off x="450423" y="2315566"/>
            <a:ext cx="11342509" cy="1691715"/>
          </a:xfrm>
          <a:custGeom>
            <a:avLst/>
            <a:gdLst>
              <a:gd name="connsiteX0" fmla="*/ 9728 w 12217941"/>
              <a:gd name="connsiteY0" fmla="*/ 0 h 1605064"/>
              <a:gd name="connsiteX1" fmla="*/ 6108971 w 12217941"/>
              <a:gd name="connsiteY1" fmla="*/ 1498060 h 1605064"/>
              <a:gd name="connsiteX2" fmla="*/ 12208213 w 12217941"/>
              <a:gd name="connsiteY2" fmla="*/ 19456 h 1605064"/>
              <a:gd name="connsiteX3" fmla="*/ 12217941 w 12217941"/>
              <a:gd name="connsiteY3" fmla="*/ 282103 h 1605064"/>
              <a:gd name="connsiteX4" fmla="*/ 6118698 w 12217941"/>
              <a:gd name="connsiteY4" fmla="*/ 1605064 h 1605064"/>
              <a:gd name="connsiteX5" fmla="*/ 0 w 12217941"/>
              <a:gd name="connsiteY5" fmla="*/ 233464 h 1605064"/>
              <a:gd name="connsiteX6" fmla="*/ 9728 w 12217941"/>
              <a:gd name="connsiteY6" fmla="*/ 0 h 1605064"/>
              <a:gd name="connsiteX0-1" fmla="*/ 0 w 12208213"/>
              <a:gd name="connsiteY0-2" fmla="*/ 0 h 1605064"/>
              <a:gd name="connsiteX1-3" fmla="*/ 6099243 w 12208213"/>
              <a:gd name="connsiteY1-4" fmla="*/ 1498060 h 1605064"/>
              <a:gd name="connsiteX2-5" fmla="*/ 12198485 w 12208213"/>
              <a:gd name="connsiteY2-6" fmla="*/ 19456 h 1605064"/>
              <a:gd name="connsiteX3-7" fmla="*/ 12208213 w 12208213"/>
              <a:gd name="connsiteY3-8" fmla="*/ 282103 h 1605064"/>
              <a:gd name="connsiteX4-9" fmla="*/ 6108970 w 12208213"/>
              <a:gd name="connsiteY4-10" fmla="*/ 1605064 h 1605064"/>
              <a:gd name="connsiteX5-11" fmla="*/ 0 w 12208213"/>
              <a:gd name="connsiteY5-12" fmla="*/ 544749 h 1605064"/>
              <a:gd name="connsiteX6-13" fmla="*/ 0 w 12208213"/>
              <a:gd name="connsiteY6-14" fmla="*/ 0 h 1605064"/>
              <a:gd name="connsiteX0-15" fmla="*/ 0 w 12198485"/>
              <a:gd name="connsiteY0-16" fmla="*/ 0 h 1605064"/>
              <a:gd name="connsiteX1-17" fmla="*/ 6099243 w 12198485"/>
              <a:gd name="connsiteY1-18" fmla="*/ 1498060 h 1605064"/>
              <a:gd name="connsiteX2-19" fmla="*/ 12198485 w 12198485"/>
              <a:gd name="connsiteY2-20" fmla="*/ 19456 h 1605064"/>
              <a:gd name="connsiteX3-21" fmla="*/ 12198485 w 12198485"/>
              <a:gd name="connsiteY3-22" fmla="*/ 603115 h 1605064"/>
              <a:gd name="connsiteX4-23" fmla="*/ 6108970 w 12198485"/>
              <a:gd name="connsiteY4-24" fmla="*/ 1605064 h 1605064"/>
              <a:gd name="connsiteX5-25" fmla="*/ 0 w 12198485"/>
              <a:gd name="connsiteY5-26" fmla="*/ 544749 h 1605064"/>
              <a:gd name="connsiteX6-27" fmla="*/ 0 w 12198485"/>
              <a:gd name="connsiteY6-28" fmla="*/ 0 h 1605064"/>
              <a:gd name="connsiteX0-29" fmla="*/ 0 w 12198485"/>
              <a:gd name="connsiteY0-30" fmla="*/ 0 h 1605064"/>
              <a:gd name="connsiteX1-31" fmla="*/ 6108970 w 12198485"/>
              <a:gd name="connsiteY1-32" fmla="*/ 1507788 h 1605064"/>
              <a:gd name="connsiteX2-33" fmla="*/ 12198485 w 12198485"/>
              <a:gd name="connsiteY2-34" fmla="*/ 19456 h 1605064"/>
              <a:gd name="connsiteX3-35" fmla="*/ 12198485 w 12198485"/>
              <a:gd name="connsiteY3-36" fmla="*/ 603115 h 1605064"/>
              <a:gd name="connsiteX4-37" fmla="*/ 6108970 w 12198485"/>
              <a:gd name="connsiteY4-38" fmla="*/ 1605064 h 1605064"/>
              <a:gd name="connsiteX5-39" fmla="*/ 0 w 12198485"/>
              <a:gd name="connsiteY5-40" fmla="*/ 544749 h 1605064"/>
              <a:gd name="connsiteX6-41" fmla="*/ 0 w 12198485"/>
              <a:gd name="connsiteY6-42" fmla="*/ 0 h 1605064"/>
              <a:gd name="connsiteX0-43" fmla="*/ 632298 w 12830783"/>
              <a:gd name="connsiteY0-44" fmla="*/ 0 h 1605064"/>
              <a:gd name="connsiteX1-45" fmla="*/ 6741268 w 12830783"/>
              <a:gd name="connsiteY1-46" fmla="*/ 1507788 h 1605064"/>
              <a:gd name="connsiteX2-47" fmla="*/ 12830783 w 12830783"/>
              <a:gd name="connsiteY2-48" fmla="*/ 19456 h 1605064"/>
              <a:gd name="connsiteX3-49" fmla="*/ 12830783 w 12830783"/>
              <a:gd name="connsiteY3-50" fmla="*/ 603115 h 1605064"/>
              <a:gd name="connsiteX4-51" fmla="*/ 6741268 w 12830783"/>
              <a:gd name="connsiteY4-52" fmla="*/ 1605064 h 1605064"/>
              <a:gd name="connsiteX5-53" fmla="*/ 0 w 12830783"/>
              <a:gd name="connsiteY5-54" fmla="*/ 29183 h 1605064"/>
              <a:gd name="connsiteX6-55" fmla="*/ 632298 w 12830783"/>
              <a:gd name="connsiteY6-56" fmla="*/ 0 h 1605064"/>
              <a:gd name="connsiteX0-57" fmla="*/ 836579 w 12830783"/>
              <a:gd name="connsiteY0-58" fmla="*/ 0 h 1634247"/>
              <a:gd name="connsiteX1-59" fmla="*/ 6741268 w 12830783"/>
              <a:gd name="connsiteY1-60" fmla="*/ 1536971 h 1634247"/>
              <a:gd name="connsiteX2-61" fmla="*/ 12830783 w 12830783"/>
              <a:gd name="connsiteY2-62" fmla="*/ 48639 h 1634247"/>
              <a:gd name="connsiteX3-63" fmla="*/ 12830783 w 12830783"/>
              <a:gd name="connsiteY3-64" fmla="*/ 632298 h 1634247"/>
              <a:gd name="connsiteX4-65" fmla="*/ 6741268 w 12830783"/>
              <a:gd name="connsiteY4-66" fmla="*/ 1634247 h 1634247"/>
              <a:gd name="connsiteX5-67" fmla="*/ 0 w 12830783"/>
              <a:gd name="connsiteY5-68" fmla="*/ 58366 h 1634247"/>
              <a:gd name="connsiteX6-69" fmla="*/ 836579 w 12830783"/>
              <a:gd name="connsiteY6-70" fmla="*/ 0 h 1634247"/>
              <a:gd name="connsiteX0-71" fmla="*/ 836579 w 12830783"/>
              <a:gd name="connsiteY0-72" fmla="*/ 0 h 1702340"/>
              <a:gd name="connsiteX1-73" fmla="*/ 6741268 w 12830783"/>
              <a:gd name="connsiteY1-74" fmla="*/ 1536971 h 1702340"/>
              <a:gd name="connsiteX2-75" fmla="*/ 12830783 w 12830783"/>
              <a:gd name="connsiteY2-76" fmla="*/ 48639 h 1702340"/>
              <a:gd name="connsiteX3-77" fmla="*/ 12830783 w 12830783"/>
              <a:gd name="connsiteY3-78" fmla="*/ 632298 h 1702340"/>
              <a:gd name="connsiteX4-79" fmla="*/ 6750996 w 12830783"/>
              <a:gd name="connsiteY4-80" fmla="*/ 1702340 h 1702340"/>
              <a:gd name="connsiteX5-81" fmla="*/ 0 w 12830783"/>
              <a:gd name="connsiteY5-82" fmla="*/ 58366 h 1702340"/>
              <a:gd name="connsiteX6-83" fmla="*/ 836579 w 12830783"/>
              <a:gd name="connsiteY6-84" fmla="*/ 0 h 1702340"/>
              <a:gd name="connsiteX0-85" fmla="*/ 836579 w 12830783"/>
              <a:gd name="connsiteY0-86" fmla="*/ 0 h 1702340"/>
              <a:gd name="connsiteX1-87" fmla="*/ 6741268 w 12830783"/>
              <a:gd name="connsiteY1-88" fmla="*/ 1536971 h 1702340"/>
              <a:gd name="connsiteX2-89" fmla="*/ 12470860 w 12830783"/>
              <a:gd name="connsiteY2-90" fmla="*/ 19456 h 1702340"/>
              <a:gd name="connsiteX3-91" fmla="*/ 12830783 w 12830783"/>
              <a:gd name="connsiteY3-92" fmla="*/ 632298 h 1702340"/>
              <a:gd name="connsiteX4-93" fmla="*/ 6750996 w 12830783"/>
              <a:gd name="connsiteY4-94" fmla="*/ 1702340 h 1702340"/>
              <a:gd name="connsiteX5-95" fmla="*/ 0 w 12830783"/>
              <a:gd name="connsiteY5-96" fmla="*/ 58366 h 1702340"/>
              <a:gd name="connsiteX6-97" fmla="*/ 836579 w 12830783"/>
              <a:gd name="connsiteY6-98" fmla="*/ 0 h 1702340"/>
              <a:gd name="connsiteX0-99" fmla="*/ 836579 w 13239345"/>
              <a:gd name="connsiteY0-100" fmla="*/ 0 h 1702340"/>
              <a:gd name="connsiteX1-101" fmla="*/ 6741268 w 13239345"/>
              <a:gd name="connsiteY1-102" fmla="*/ 1536971 h 1702340"/>
              <a:gd name="connsiteX2-103" fmla="*/ 12470860 w 13239345"/>
              <a:gd name="connsiteY2-104" fmla="*/ 19456 h 1702340"/>
              <a:gd name="connsiteX3-105" fmla="*/ 13239345 w 13239345"/>
              <a:gd name="connsiteY3-106" fmla="*/ 107004 h 1702340"/>
              <a:gd name="connsiteX4-107" fmla="*/ 6750996 w 13239345"/>
              <a:gd name="connsiteY4-108" fmla="*/ 1702340 h 1702340"/>
              <a:gd name="connsiteX5-109" fmla="*/ 0 w 13239345"/>
              <a:gd name="connsiteY5-110" fmla="*/ 58366 h 1702340"/>
              <a:gd name="connsiteX6-111" fmla="*/ 836579 w 13239345"/>
              <a:gd name="connsiteY6-112" fmla="*/ 0 h 1702340"/>
              <a:gd name="connsiteX0-113" fmla="*/ 836579 w 13239345"/>
              <a:gd name="connsiteY0-114" fmla="*/ 107003 h 1809343"/>
              <a:gd name="connsiteX1-115" fmla="*/ 6741268 w 13239345"/>
              <a:gd name="connsiteY1-116" fmla="*/ 1643974 h 1809343"/>
              <a:gd name="connsiteX2-117" fmla="*/ 12169303 w 13239345"/>
              <a:gd name="connsiteY2-118" fmla="*/ 0 h 1809343"/>
              <a:gd name="connsiteX3-119" fmla="*/ 13239345 w 13239345"/>
              <a:gd name="connsiteY3-120" fmla="*/ 214007 h 1809343"/>
              <a:gd name="connsiteX4-121" fmla="*/ 6750996 w 13239345"/>
              <a:gd name="connsiteY4-122" fmla="*/ 1809343 h 1809343"/>
              <a:gd name="connsiteX5-123" fmla="*/ 0 w 13239345"/>
              <a:gd name="connsiteY5-124" fmla="*/ 165369 h 1809343"/>
              <a:gd name="connsiteX6-125" fmla="*/ 836579 w 13239345"/>
              <a:gd name="connsiteY6-126" fmla="*/ 107003 h 1809343"/>
              <a:gd name="connsiteX0-127" fmla="*/ 1342417 w 13239345"/>
              <a:gd name="connsiteY0-128" fmla="*/ 29182 h 1809343"/>
              <a:gd name="connsiteX1-129" fmla="*/ 6741268 w 13239345"/>
              <a:gd name="connsiteY1-130" fmla="*/ 1643974 h 1809343"/>
              <a:gd name="connsiteX2-131" fmla="*/ 12169303 w 13239345"/>
              <a:gd name="connsiteY2-132" fmla="*/ 0 h 1809343"/>
              <a:gd name="connsiteX3-133" fmla="*/ 13239345 w 13239345"/>
              <a:gd name="connsiteY3-134" fmla="*/ 214007 h 1809343"/>
              <a:gd name="connsiteX4-135" fmla="*/ 6750996 w 13239345"/>
              <a:gd name="connsiteY4-136" fmla="*/ 1809343 h 1809343"/>
              <a:gd name="connsiteX5-137" fmla="*/ 0 w 13239345"/>
              <a:gd name="connsiteY5-138" fmla="*/ 165369 h 1809343"/>
              <a:gd name="connsiteX6-139" fmla="*/ 1342417 w 13239345"/>
              <a:gd name="connsiteY6-140" fmla="*/ 29182 h 1809343"/>
              <a:gd name="connsiteX0-141" fmla="*/ 1294792 w 13239345"/>
              <a:gd name="connsiteY0-142" fmla="*/ 607 h 1809343"/>
              <a:gd name="connsiteX1-143" fmla="*/ 6741268 w 13239345"/>
              <a:gd name="connsiteY1-144" fmla="*/ 1643974 h 1809343"/>
              <a:gd name="connsiteX2-145" fmla="*/ 12169303 w 13239345"/>
              <a:gd name="connsiteY2-146" fmla="*/ 0 h 1809343"/>
              <a:gd name="connsiteX3-147" fmla="*/ 13239345 w 13239345"/>
              <a:gd name="connsiteY3-148" fmla="*/ 214007 h 1809343"/>
              <a:gd name="connsiteX4-149" fmla="*/ 6750996 w 13239345"/>
              <a:gd name="connsiteY4-150" fmla="*/ 1809343 h 1809343"/>
              <a:gd name="connsiteX5-151" fmla="*/ 0 w 13239345"/>
              <a:gd name="connsiteY5-152" fmla="*/ 165369 h 1809343"/>
              <a:gd name="connsiteX6-153" fmla="*/ 1294792 w 13239345"/>
              <a:gd name="connsiteY6-154" fmla="*/ 607 h 1809343"/>
              <a:gd name="connsiteX0-155" fmla="*/ 1294792 w 13239345"/>
              <a:gd name="connsiteY0-156" fmla="*/ 607 h 1809343"/>
              <a:gd name="connsiteX1-157" fmla="*/ 6741268 w 13239345"/>
              <a:gd name="connsiteY1-158" fmla="*/ 1643974 h 1809343"/>
              <a:gd name="connsiteX2-159" fmla="*/ 12169303 w 13239345"/>
              <a:gd name="connsiteY2-160" fmla="*/ 0 h 1809343"/>
              <a:gd name="connsiteX3-161" fmla="*/ 13239345 w 13239345"/>
              <a:gd name="connsiteY3-162" fmla="*/ 214007 h 1809343"/>
              <a:gd name="connsiteX4-163" fmla="*/ 6750996 w 13239345"/>
              <a:gd name="connsiteY4-164" fmla="*/ 1809343 h 1809343"/>
              <a:gd name="connsiteX5-165" fmla="*/ 0 w 13239345"/>
              <a:gd name="connsiteY5-166" fmla="*/ 165369 h 1809343"/>
              <a:gd name="connsiteX6-167" fmla="*/ 1294792 w 13239345"/>
              <a:gd name="connsiteY6-168" fmla="*/ 607 h 1809343"/>
              <a:gd name="connsiteX0-169" fmla="*/ 1294792 w 13239345"/>
              <a:gd name="connsiteY0-170" fmla="*/ 607 h 1809343"/>
              <a:gd name="connsiteX1-171" fmla="*/ 6741268 w 13239345"/>
              <a:gd name="connsiteY1-172" fmla="*/ 1643974 h 1809343"/>
              <a:gd name="connsiteX2-173" fmla="*/ 12169303 w 13239345"/>
              <a:gd name="connsiteY2-174" fmla="*/ 0 h 1809343"/>
              <a:gd name="connsiteX3-175" fmla="*/ 13239345 w 13239345"/>
              <a:gd name="connsiteY3-176" fmla="*/ 214007 h 1809343"/>
              <a:gd name="connsiteX4-177" fmla="*/ 6750996 w 13239345"/>
              <a:gd name="connsiteY4-178" fmla="*/ 1809343 h 1809343"/>
              <a:gd name="connsiteX5-179" fmla="*/ 0 w 13239345"/>
              <a:gd name="connsiteY5-180" fmla="*/ 165369 h 1809343"/>
              <a:gd name="connsiteX6-181" fmla="*/ 1294792 w 13239345"/>
              <a:gd name="connsiteY6-182" fmla="*/ 607 h 1809343"/>
              <a:gd name="connsiteX0-183" fmla="*/ 1294792 w 13239345"/>
              <a:gd name="connsiteY0-184" fmla="*/ 607 h 1809343"/>
              <a:gd name="connsiteX1-185" fmla="*/ 6741268 w 13239345"/>
              <a:gd name="connsiteY1-186" fmla="*/ 1643974 h 1809343"/>
              <a:gd name="connsiteX2-187" fmla="*/ 12169303 w 13239345"/>
              <a:gd name="connsiteY2-188" fmla="*/ 0 h 1809343"/>
              <a:gd name="connsiteX3-189" fmla="*/ 13239345 w 13239345"/>
              <a:gd name="connsiteY3-190" fmla="*/ 214007 h 1809343"/>
              <a:gd name="connsiteX4-191" fmla="*/ 6750996 w 13239345"/>
              <a:gd name="connsiteY4-192" fmla="*/ 1809343 h 1809343"/>
              <a:gd name="connsiteX5-193" fmla="*/ 0 w 13239345"/>
              <a:gd name="connsiteY5-194" fmla="*/ 165369 h 1809343"/>
              <a:gd name="connsiteX6-195" fmla="*/ 1294792 w 13239345"/>
              <a:gd name="connsiteY6-196" fmla="*/ 607 h 1809343"/>
              <a:gd name="connsiteX0-197" fmla="*/ 1294792 w 13239345"/>
              <a:gd name="connsiteY0-198" fmla="*/ 607 h 1809343"/>
              <a:gd name="connsiteX1-199" fmla="*/ 6741268 w 13239345"/>
              <a:gd name="connsiteY1-200" fmla="*/ 1643974 h 1809343"/>
              <a:gd name="connsiteX2-201" fmla="*/ 12169303 w 13239345"/>
              <a:gd name="connsiteY2-202" fmla="*/ 0 h 1809343"/>
              <a:gd name="connsiteX3-203" fmla="*/ 13239345 w 13239345"/>
              <a:gd name="connsiteY3-204" fmla="*/ 214007 h 1809343"/>
              <a:gd name="connsiteX4-205" fmla="*/ 6750996 w 13239345"/>
              <a:gd name="connsiteY4-206" fmla="*/ 1809343 h 1809343"/>
              <a:gd name="connsiteX5-207" fmla="*/ 0 w 13239345"/>
              <a:gd name="connsiteY5-208" fmla="*/ 165369 h 1809343"/>
              <a:gd name="connsiteX6-209" fmla="*/ 1294792 w 13239345"/>
              <a:gd name="connsiteY6-210" fmla="*/ 607 h 1809343"/>
              <a:gd name="connsiteX0-211" fmla="*/ 1294792 w 13239345"/>
              <a:gd name="connsiteY0-212" fmla="*/ 607 h 1809343"/>
              <a:gd name="connsiteX1-213" fmla="*/ 6741268 w 13239345"/>
              <a:gd name="connsiteY1-214" fmla="*/ 1643974 h 1809343"/>
              <a:gd name="connsiteX2-215" fmla="*/ 12169303 w 13239345"/>
              <a:gd name="connsiteY2-216" fmla="*/ 0 h 1809343"/>
              <a:gd name="connsiteX3-217" fmla="*/ 13239345 w 13239345"/>
              <a:gd name="connsiteY3-218" fmla="*/ 214007 h 1809343"/>
              <a:gd name="connsiteX4-219" fmla="*/ 6750996 w 13239345"/>
              <a:gd name="connsiteY4-220" fmla="*/ 1809343 h 1809343"/>
              <a:gd name="connsiteX5-221" fmla="*/ 0 w 13239345"/>
              <a:gd name="connsiteY5-222" fmla="*/ 165369 h 1809343"/>
              <a:gd name="connsiteX6-223" fmla="*/ 1294792 w 13239345"/>
              <a:gd name="connsiteY6-224" fmla="*/ 607 h 1809343"/>
              <a:gd name="connsiteX0-225" fmla="*/ 1294792 w 13239345"/>
              <a:gd name="connsiteY0-226" fmla="*/ 607 h 1809343"/>
              <a:gd name="connsiteX1-227" fmla="*/ 6741268 w 13239345"/>
              <a:gd name="connsiteY1-228" fmla="*/ 1643974 h 1809343"/>
              <a:gd name="connsiteX2-229" fmla="*/ 12169303 w 13239345"/>
              <a:gd name="connsiteY2-230" fmla="*/ 0 h 1809343"/>
              <a:gd name="connsiteX3-231" fmla="*/ 13239345 w 13239345"/>
              <a:gd name="connsiteY3-232" fmla="*/ 214007 h 1809343"/>
              <a:gd name="connsiteX4-233" fmla="*/ 6750996 w 13239345"/>
              <a:gd name="connsiteY4-234" fmla="*/ 1809343 h 1809343"/>
              <a:gd name="connsiteX5-235" fmla="*/ 0 w 13239345"/>
              <a:gd name="connsiteY5-236" fmla="*/ 165369 h 1809343"/>
              <a:gd name="connsiteX6-237" fmla="*/ 1294792 w 13239345"/>
              <a:gd name="connsiteY6-238" fmla="*/ 607 h 1809343"/>
              <a:gd name="connsiteX0-239" fmla="*/ 1294792 w 13239345"/>
              <a:gd name="connsiteY0-240" fmla="*/ 607 h 1809343"/>
              <a:gd name="connsiteX1-241" fmla="*/ 6741268 w 13239345"/>
              <a:gd name="connsiteY1-242" fmla="*/ 1643974 h 1809343"/>
              <a:gd name="connsiteX2-243" fmla="*/ 12169303 w 13239345"/>
              <a:gd name="connsiteY2-244" fmla="*/ 0 h 1809343"/>
              <a:gd name="connsiteX3-245" fmla="*/ 13239345 w 13239345"/>
              <a:gd name="connsiteY3-246" fmla="*/ 214007 h 1809343"/>
              <a:gd name="connsiteX4-247" fmla="*/ 6750996 w 13239345"/>
              <a:gd name="connsiteY4-248" fmla="*/ 1809343 h 1809343"/>
              <a:gd name="connsiteX5-249" fmla="*/ 0 w 13239345"/>
              <a:gd name="connsiteY5-250" fmla="*/ 165369 h 1809343"/>
              <a:gd name="connsiteX6-251" fmla="*/ 1294792 w 13239345"/>
              <a:gd name="connsiteY6-252" fmla="*/ 607 h 1809343"/>
              <a:gd name="connsiteX0-253" fmla="*/ 1294792 w 13239345"/>
              <a:gd name="connsiteY0-254" fmla="*/ 607 h 1809343"/>
              <a:gd name="connsiteX1-255" fmla="*/ 6741268 w 13239345"/>
              <a:gd name="connsiteY1-256" fmla="*/ 1643974 h 1809343"/>
              <a:gd name="connsiteX2-257" fmla="*/ 12169303 w 13239345"/>
              <a:gd name="connsiteY2-258" fmla="*/ 0 h 1809343"/>
              <a:gd name="connsiteX3-259" fmla="*/ 13239345 w 13239345"/>
              <a:gd name="connsiteY3-260" fmla="*/ 214007 h 1809343"/>
              <a:gd name="connsiteX4-261" fmla="*/ 6750996 w 13239345"/>
              <a:gd name="connsiteY4-262" fmla="*/ 1809343 h 1809343"/>
              <a:gd name="connsiteX5-263" fmla="*/ 0 w 13239345"/>
              <a:gd name="connsiteY5-264" fmla="*/ 165369 h 1809343"/>
              <a:gd name="connsiteX6-265" fmla="*/ 1294792 w 13239345"/>
              <a:gd name="connsiteY6-266" fmla="*/ 607 h 1809343"/>
              <a:gd name="connsiteX0-267" fmla="*/ 1294792 w 13239345"/>
              <a:gd name="connsiteY0-268" fmla="*/ 607 h 1809343"/>
              <a:gd name="connsiteX1-269" fmla="*/ 6741268 w 13239345"/>
              <a:gd name="connsiteY1-270" fmla="*/ 1643974 h 1809343"/>
              <a:gd name="connsiteX2-271" fmla="*/ 12169303 w 13239345"/>
              <a:gd name="connsiteY2-272" fmla="*/ 0 h 1809343"/>
              <a:gd name="connsiteX3-273" fmla="*/ 13239345 w 13239345"/>
              <a:gd name="connsiteY3-274" fmla="*/ 214007 h 1809343"/>
              <a:gd name="connsiteX4-275" fmla="*/ 6750996 w 13239345"/>
              <a:gd name="connsiteY4-276" fmla="*/ 1809343 h 1809343"/>
              <a:gd name="connsiteX5-277" fmla="*/ 0 w 13239345"/>
              <a:gd name="connsiteY5-278" fmla="*/ 165369 h 1809343"/>
              <a:gd name="connsiteX6-279" fmla="*/ 1294792 w 13239345"/>
              <a:gd name="connsiteY6-280" fmla="*/ 607 h 1809343"/>
              <a:gd name="connsiteX0-281" fmla="*/ 1294792 w 13239345"/>
              <a:gd name="connsiteY0-282" fmla="*/ 607 h 1809343"/>
              <a:gd name="connsiteX1-283" fmla="*/ 6741268 w 13239345"/>
              <a:gd name="connsiteY1-284" fmla="*/ 1643974 h 1809343"/>
              <a:gd name="connsiteX2-285" fmla="*/ 12169303 w 13239345"/>
              <a:gd name="connsiteY2-286" fmla="*/ 0 h 1809343"/>
              <a:gd name="connsiteX3-287" fmla="*/ 13239345 w 13239345"/>
              <a:gd name="connsiteY3-288" fmla="*/ 214007 h 1809343"/>
              <a:gd name="connsiteX4-289" fmla="*/ 6750996 w 13239345"/>
              <a:gd name="connsiteY4-290" fmla="*/ 1809343 h 1809343"/>
              <a:gd name="connsiteX5-291" fmla="*/ 0 w 13239345"/>
              <a:gd name="connsiteY5-292" fmla="*/ 165369 h 1809343"/>
              <a:gd name="connsiteX6-293" fmla="*/ 1294792 w 13239345"/>
              <a:gd name="connsiteY6-294" fmla="*/ 607 h 1809343"/>
              <a:gd name="connsiteX0-295" fmla="*/ 1294792 w 12651516"/>
              <a:gd name="connsiteY0-296" fmla="*/ 607 h 1809343"/>
              <a:gd name="connsiteX1-297" fmla="*/ 6741268 w 12651516"/>
              <a:gd name="connsiteY1-298" fmla="*/ 1643974 h 1809343"/>
              <a:gd name="connsiteX2-299" fmla="*/ 12169303 w 12651516"/>
              <a:gd name="connsiteY2-300" fmla="*/ 0 h 1809343"/>
              <a:gd name="connsiteX3-301" fmla="*/ 12651516 w 12651516"/>
              <a:gd name="connsiteY3-302" fmla="*/ 83379 h 1809343"/>
              <a:gd name="connsiteX4-303" fmla="*/ 6750996 w 12651516"/>
              <a:gd name="connsiteY4-304" fmla="*/ 1809343 h 1809343"/>
              <a:gd name="connsiteX5-305" fmla="*/ 0 w 12651516"/>
              <a:gd name="connsiteY5-306" fmla="*/ 165369 h 1809343"/>
              <a:gd name="connsiteX6-307" fmla="*/ 1294792 w 12651516"/>
              <a:gd name="connsiteY6-308" fmla="*/ 607 h 1809343"/>
              <a:gd name="connsiteX0-309" fmla="*/ 1294792 w 12564431"/>
              <a:gd name="connsiteY0-310" fmla="*/ 607 h 1809343"/>
              <a:gd name="connsiteX1-311" fmla="*/ 6741268 w 12564431"/>
              <a:gd name="connsiteY1-312" fmla="*/ 1643974 h 1809343"/>
              <a:gd name="connsiteX2-313" fmla="*/ 12169303 w 12564431"/>
              <a:gd name="connsiteY2-314" fmla="*/ 0 h 1809343"/>
              <a:gd name="connsiteX3-315" fmla="*/ 12564431 w 12564431"/>
              <a:gd name="connsiteY3-316" fmla="*/ 83379 h 1809343"/>
              <a:gd name="connsiteX4-317" fmla="*/ 6750996 w 12564431"/>
              <a:gd name="connsiteY4-318" fmla="*/ 1809343 h 1809343"/>
              <a:gd name="connsiteX5-319" fmla="*/ 0 w 12564431"/>
              <a:gd name="connsiteY5-320" fmla="*/ 165369 h 1809343"/>
              <a:gd name="connsiteX6-321" fmla="*/ 1294792 w 12564431"/>
              <a:gd name="connsiteY6-322" fmla="*/ 607 h 1809343"/>
              <a:gd name="connsiteX0-323" fmla="*/ 423935 w 11693574"/>
              <a:gd name="connsiteY0-324" fmla="*/ 607 h 1809343"/>
              <a:gd name="connsiteX1-325" fmla="*/ 5870411 w 11693574"/>
              <a:gd name="connsiteY1-326" fmla="*/ 1643974 h 1809343"/>
              <a:gd name="connsiteX2-327" fmla="*/ 11298446 w 11693574"/>
              <a:gd name="connsiteY2-328" fmla="*/ 0 h 1809343"/>
              <a:gd name="connsiteX3-329" fmla="*/ 11693574 w 11693574"/>
              <a:gd name="connsiteY3-330" fmla="*/ 83379 h 1809343"/>
              <a:gd name="connsiteX4-331" fmla="*/ 5880139 w 11693574"/>
              <a:gd name="connsiteY4-332" fmla="*/ 1809343 h 1809343"/>
              <a:gd name="connsiteX5-333" fmla="*/ 0 w 11693574"/>
              <a:gd name="connsiteY5-334" fmla="*/ 45626 h 1809343"/>
              <a:gd name="connsiteX6-335" fmla="*/ 423935 w 11693574"/>
              <a:gd name="connsiteY6-336" fmla="*/ 607 h 1809343"/>
              <a:gd name="connsiteX0-337" fmla="*/ 423935 w 11693574"/>
              <a:gd name="connsiteY0-338" fmla="*/ 607 h 1733143"/>
              <a:gd name="connsiteX1-339" fmla="*/ 5870411 w 11693574"/>
              <a:gd name="connsiteY1-340" fmla="*/ 1643974 h 1733143"/>
              <a:gd name="connsiteX2-341" fmla="*/ 11298446 w 11693574"/>
              <a:gd name="connsiteY2-342" fmla="*/ 0 h 1733143"/>
              <a:gd name="connsiteX3-343" fmla="*/ 11693574 w 11693574"/>
              <a:gd name="connsiteY3-344" fmla="*/ 83379 h 1733143"/>
              <a:gd name="connsiteX4-345" fmla="*/ 5880139 w 11693574"/>
              <a:gd name="connsiteY4-346" fmla="*/ 1733143 h 1733143"/>
              <a:gd name="connsiteX5-347" fmla="*/ 0 w 11693574"/>
              <a:gd name="connsiteY5-348" fmla="*/ 45626 h 1733143"/>
              <a:gd name="connsiteX6-349" fmla="*/ 423935 w 11693574"/>
              <a:gd name="connsiteY6-350" fmla="*/ 607 h 1733143"/>
              <a:gd name="connsiteX0-351" fmla="*/ 423935 w 11709902"/>
              <a:gd name="connsiteY0-352" fmla="*/ 607 h 1733143"/>
              <a:gd name="connsiteX1-353" fmla="*/ 5870411 w 11709902"/>
              <a:gd name="connsiteY1-354" fmla="*/ 1643974 h 1733143"/>
              <a:gd name="connsiteX2-355" fmla="*/ 11298446 w 11709902"/>
              <a:gd name="connsiteY2-356" fmla="*/ 0 h 1733143"/>
              <a:gd name="connsiteX3-357" fmla="*/ 11709902 w 11709902"/>
              <a:gd name="connsiteY3-358" fmla="*/ 83379 h 1733143"/>
              <a:gd name="connsiteX4-359" fmla="*/ 5880139 w 11709902"/>
              <a:gd name="connsiteY4-360" fmla="*/ 1733143 h 1733143"/>
              <a:gd name="connsiteX5-361" fmla="*/ 0 w 11709902"/>
              <a:gd name="connsiteY5-362" fmla="*/ 45626 h 1733143"/>
              <a:gd name="connsiteX6-363" fmla="*/ 423935 w 11709902"/>
              <a:gd name="connsiteY6-364" fmla="*/ 607 h 1733143"/>
              <a:gd name="connsiteX0-365" fmla="*/ 423935 w 11571109"/>
              <a:gd name="connsiteY0-366" fmla="*/ 607 h 1733143"/>
              <a:gd name="connsiteX1-367" fmla="*/ 5870411 w 11571109"/>
              <a:gd name="connsiteY1-368" fmla="*/ 1643974 h 1733143"/>
              <a:gd name="connsiteX2-369" fmla="*/ 11298446 w 11571109"/>
              <a:gd name="connsiteY2-370" fmla="*/ 0 h 1733143"/>
              <a:gd name="connsiteX3-371" fmla="*/ 11571109 w 11571109"/>
              <a:gd name="connsiteY3-372" fmla="*/ 116036 h 1733143"/>
              <a:gd name="connsiteX4-373" fmla="*/ 5880139 w 11571109"/>
              <a:gd name="connsiteY4-374" fmla="*/ 1733143 h 1733143"/>
              <a:gd name="connsiteX5-375" fmla="*/ 0 w 11571109"/>
              <a:gd name="connsiteY5-376" fmla="*/ 45626 h 1733143"/>
              <a:gd name="connsiteX6-377" fmla="*/ 423935 w 11571109"/>
              <a:gd name="connsiteY6-378" fmla="*/ 607 h 1733143"/>
              <a:gd name="connsiteX0-379" fmla="*/ 423935 w 11579274"/>
              <a:gd name="connsiteY0-380" fmla="*/ 607 h 1733143"/>
              <a:gd name="connsiteX1-381" fmla="*/ 5870411 w 11579274"/>
              <a:gd name="connsiteY1-382" fmla="*/ 1643974 h 1733143"/>
              <a:gd name="connsiteX2-383" fmla="*/ 11298446 w 11579274"/>
              <a:gd name="connsiteY2-384" fmla="*/ 0 h 1733143"/>
              <a:gd name="connsiteX3-385" fmla="*/ 11579274 w 11579274"/>
              <a:gd name="connsiteY3-386" fmla="*/ 116036 h 1733143"/>
              <a:gd name="connsiteX4-387" fmla="*/ 5880139 w 11579274"/>
              <a:gd name="connsiteY4-388" fmla="*/ 1733143 h 1733143"/>
              <a:gd name="connsiteX5-389" fmla="*/ 0 w 11579274"/>
              <a:gd name="connsiteY5-390" fmla="*/ 45626 h 1733143"/>
              <a:gd name="connsiteX6-391" fmla="*/ 423935 w 11579274"/>
              <a:gd name="connsiteY6-392" fmla="*/ 607 h 1733143"/>
              <a:gd name="connsiteX0-393" fmla="*/ 423935 w 11579274"/>
              <a:gd name="connsiteY0-394" fmla="*/ 0 h 1732536"/>
              <a:gd name="connsiteX1-395" fmla="*/ 5870411 w 11579274"/>
              <a:gd name="connsiteY1-396" fmla="*/ 1643367 h 1732536"/>
              <a:gd name="connsiteX2-397" fmla="*/ 11233132 w 11579274"/>
              <a:gd name="connsiteY2-398" fmla="*/ 48379 h 1732536"/>
              <a:gd name="connsiteX3-399" fmla="*/ 11579274 w 11579274"/>
              <a:gd name="connsiteY3-400" fmla="*/ 115429 h 1732536"/>
              <a:gd name="connsiteX4-401" fmla="*/ 5880139 w 11579274"/>
              <a:gd name="connsiteY4-402" fmla="*/ 1732536 h 1732536"/>
              <a:gd name="connsiteX5-403" fmla="*/ 0 w 11579274"/>
              <a:gd name="connsiteY5-404" fmla="*/ 45019 h 1732536"/>
              <a:gd name="connsiteX6-405" fmla="*/ 423935 w 11579274"/>
              <a:gd name="connsiteY6-406" fmla="*/ 0 h 1732536"/>
              <a:gd name="connsiteX0-407" fmla="*/ 423935 w 11579274"/>
              <a:gd name="connsiteY0-408" fmla="*/ 0 h 1732536"/>
              <a:gd name="connsiteX1-409" fmla="*/ 5870411 w 11579274"/>
              <a:gd name="connsiteY1-410" fmla="*/ 1643367 h 1732536"/>
              <a:gd name="connsiteX2-411" fmla="*/ 11241297 w 11579274"/>
              <a:gd name="connsiteY2-412" fmla="*/ 32050 h 1732536"/>
              <a:gd name="connsiteX3-413" fmla="*/ 11579274 w 11579274"/>
              <a:gd name="connsiteY3-414" fmla="*/ 115429 h 1732536"/>
              <a:gd name="connsiteX4-415" fmla="*/ 5880139 w 11579274"/>
              <a:gd name="connsiteY4-416" fmla="*/ 1732536 h 1732536"/>
              <a:gd name="connsiteX5-417" fmla="*/ 0 w 11579274"/>
              <a:gd name="connsiteY5-418" fmla="*/ 45019 h 1732536"/>
              <a:gd name="connsiteX6-419" fmla="*/ 423935 w 11579274"/>
              <a:gd name="connsiteY6-420" fmla="*/ 0 h 1732536"/>
              <a:gd name="connsiteX0-421" fmla="*/ 423935 w 11579274"/>
              <a:gd name="connsiteY0-422" fmla="*/ 0 h 1732536"/>
              <a:gd name="connsiteX1-423" fmla="*/ 5870411 w 11579274"/>
              <a:gd name="connsiteY1-424" fmla="*/ 1643367 h 1732536"/>
              <a:gd name="connsiteX2-425" fmla="*/ 11241297 w 11579274"/>
              <a:gd name="connsiteY2-426" fmla="*/ 32050 h 1732536"/>
              <a:gd name="connsiteX3-427" fmla="*/ 11579274 w 11579274"/>
              <a:gd name="connsiteY3-428" fmla="*/ 115429 h 1732536"/>
              <a:gd name="connsiteX4-429" fmla="*/ 5880139 w 11579274"/>
              <a:gd name="connsiteY4-430" fmla="*/ 1732536 h 1732536"/>
              <a:gd name="connsiteX5-431" fmla="*/ 0 w 11579274"/>
              <a:gd name="connsiteY5-432" fmla="*/ 45019 h 1732536"/>
              <a:gd name="connsiteX6-433" fmla="*/ 423935 w 11579274"/>
              <a:gd name="connsiteY6-434" fmla="*/ 0 h 1732536"/>
              <a:gd name="connsiteX0-435" fmla="*/ 423935 w 11579274"/>
              <a:gd name="connsiteY0-436" fmla="*/ 0 h 1732536"/>
              <a:gd name="connsiteX1-437" fmla="*/ 5870411 w 11579274"/>
              <a:gd name="connsiteY1-438" fmla="*/ 1643367 h 1732536"/>
              <a:gd name="connsiteX2-439" fmla="*/ 11224968 w 11579274"/>
              <a:gd name="connsiteY2-440" fmla="*/ 48379 h 1732536"/>
              <a:gd name="connsiteX3-441" fmla="*/ 11579274 w 11579274"/>
              <a:gd name="connsiteY3-442" fmla="*/ 115429 h 1732536"/>
              <a:gd name="connsiteX4-443" fmla="*/ 5880139 w 11579274"/>
              <a:gd name="connsiteY4-444" fmla="*/ 1732536 h 1732536"/>
              <a:gd name="connsiteX5-445" fmla="*/ 0 w 11579274"/>
              <a:gd name="connsiteY5-446" fmla="*/ 45019 h 1732536"/>
              <a:gd name="connsiteX6-447" fmla="*/ 423935 w 11579274"/>
              <a:gd name="connsiteY6-448" fmla="*/ 0 h 1732536"/>
              <a:gd name="connsiteX0-449" fmla="*/ 219828 w 11375167"/>
              <a:gd name="connsiteY0-450" fmla="*/ 0 h 1732536"/>
              <a:gd name="connsiteX1-451" fmla="*/ 5666304 w 11375167"/>
              <a:gd name="connsiteY1-452" fmla="*/ 1643367 h 1732536"/>
              <a:gd name="connsiteX2-453" fmla="*/ 11020861 w 11375167"/>
              <a:gd name="connsiteY2-454" fmla="*/ 48379 h 1732536"/>
              <a:gd name="connsiteX3-455" fmla="*/ 11375167 w 11375167"/>
              <a:gd name="connsiteY3-456" fmla="*/ 115429 h 1732536"/>
              <a:gd name="connsiteX4-457" fmla="*/ 5676032 w 11375167"/>
              <a:gd name="connsiteY4-458" fmla="*/ 1732536 h 1732536"/>
              <a:gd name="connsiteX5-459" fmla="*/ 0 w 11375167"/>
              <a:gd name="connsiteY5-460" fmla="*/ 77676 h 1732536"/>
              <a:gd name="connsiteX6-461" fmla="*/ 219828 w 11375167"/>
              <a:gd name="connsiteY6-462" fmla="*/ 0 h 1732536"/>
              <a:gd name="connsiteX0-463" fmla="*/ 293307 w 11375167"/>
              <a:gd name="connsiteY0-464" fmla="*/ 0 h 1708044"/>
              <a:gd name="connsiteX1-465" fmla="*/ 5666304 w 11375167"/>
              <a:gd name="connsiteY1-466" fmla="*/ 1618875 h 1708044"/>
              <a:gd name="connsiteX2-467" fmla="*/ 11020861 w 11375167"/>
              <a:gd name="connsiteY2-468" fmla="*/ 23887 h 1708044"/>
              <a:gd name="connsiteX3-469" fmla="*/ 11375167 w 11375167"/>
              <a:gd name="connsiteY3-470" fmla="*/ 90937 h 1708044"/>
              <a:gd name="connsiteX4-471" fmla="*/ 5676032 w 11375167"/>
              <a:gd name="connsiteY4-472" fmla="*/ 1708044 h 1708044"/>
              <a:gd name="connsiteX5-473" fmla="*/ 0 w 11375167"/>
              <a:gd name="connsiteY5-474" fmla="*/ 53184 h 1708044"/>
              <a:gd name="connsiteX6-475" fmla="*/ 293307 w 11375167"/>
              <a:gd name="connsiteY6-476" fmla="*/ 0 h 1708044"/>
              <a:gd name="connsiteX0-477" fmla="*/ 317800 w 11375167"/>
              <a:gd name="connsiteY0-478" fmla="*/ 606 h 1684157"/>
              <a:gd name="connsiteX1-479" fmla="*/ 5666304 w 11375167"/>
              <a:gd name="connsiteY1-480" fmla="*/ 1594988 h 1684157"/>
              <a:gd name="connsiteX2-481" fmla="*/ 11020861 w 11375167"/>
              <a:gd name="connsiteY2-482" fmla="*/ 0 h 1684157"/>
              <a:gd name="connsiteX3-483" fmla="*/ 11375167 w 11375167"/>
              <a:gd name="connsiteY3-484" fmla="*/ 67050 h 1684157"/>
              <a:gd name="connsiteX4-485" fmla="*/ 5676032 w 11375167"/>
              <a:gd name="connsiteY4-486" fmla="*/ 1684157 h 1684157"/>
              <a:gd name="connsiteX5-487" fmla="*/ 0 w 11375167"/>
              <a:gd name="connsiteY5-488" fmla="*/ 29297 h 1684157"/>
              <a:gd name="connsiteX6-489" fmla="*/ 317800 w 11375167"/>
              <a:gd name="connsiteY6-490" fmla="*/ 606 h 1684157"/>
              <a:gd name="connsiteX0-491" fmla="*/ 285142 w 11342509"/>
              <a:gd name="connsiteY0-492" fmla="*/ 606 h 1684157"/>
              <a:gd name="connsiteX1-493" fmla="*/ 5633646 w 11342509"/>
              <a:gd name="connsiteY1-494" fmla="*/ 1594988 h 1684157"/>
              <a:gd name="connsiteX2-495" fmla="*/ 10988203 w 11342509"/>
              <a:gd name="connsiteY2-496" fmla="*/ 0 h 1684157"/>
              <a:gd name="connsiteX3-497" fmla="*/ 11342509 w 11342509"/>
              <a:gd name="connsiteY3-498" fmla="*/ 67050 h 1684157"/>
              <a:gd name="connsiteX4-499" fmla="*/ 5643374 w 11342509"/>
              <a:gd name="connsiteY4-500" fmla="*/ 1684157 h 1684157"/>
              <a:gd name="connsiteX5-501" fmla="*/ 0 w 11342509"/>
              <a:gd name="connsiteY5-502" fmla="*/ 29297 h 1684157"/>
              <a:gd name="connsiteX6-503" fmla="*/ 285142 w 11342509"/>
              <a:gd name="connsiteY6-504" fmla="*/ 606 h 1684157"/>
              <a:gd name="connsiteX0-505" fmla="*/ 276977 w 11342509"/>
              <a:gd name="connsiteY0-506" fmla="*/ 0 h 1691715"/>
              <a:gd name="connsiteX1-507" fmla="*/ 5633646 w 11342509"/>
              <a:gd name="connsiteY1-508" fmla="*/ 1602546 h 1691715"/>
              <a:gd name="connsiteX2-509" fmla="*/ 10988203 w 11342509"/>
              <a:gd name="connsiteY2-510" fmla="*/ 7558 h 1691715"/>
              <a:gd name="connsiteX3-511" fmla="*/ 11342509 w 11342509"/>
              <a:gd name="connsiteY3-512" fmla="*/ 74608 h 1691715"/>
              <a:gd name="connsiteX4-513" fmla="*/ 5643374 w 11342509"/>
              <a:gd name="connsiteY4-514" fmla="*/ 1691715 h 1691715"/>
              <a:gd name="connsiteX5-515" fmla="*/ 0 w 11342509"/>
              <a:gd name="connsiteY5-516" fmla="*/ 36855 h 1691715"/>
              <a:gd name="connsiteX6-517" fmla="*/ 276977 w 11342509"/>
              <a:gd name="connsiteY6-518" fmla="*/ 0 h 1691715"/>
              <a:gd name="connsiteX0-519" fmla="*/ 276977 w 11342509"/>
              <a:gd name="connsiteY0-520" fmla="*/ 0 h 1691715"/>
              <a:gd name="connsiteX1-521" fmla="*/ 5633646 w 11342509"/>
              <a:gd name="connsiteY1-522" fmla="*/ 1602546 h 1691715"/>
              <a:gd name="connsiteX2-523" fmla="*/ 11018020 w 11342509"/>
              <a:gd name="connsiteY2-524" fmla="*/ 17498 h 1691715"/>
              <a:gd name="connsiteX3-525" fmla="*/ 11342509 w 11342509"/>
              <a:gd name="connsiteY3-526" fmla="*/ 74608 h 1691715"/>
              <a:gd name="connsiteX4-527" fmla="*/ 5643374 w 11342509"/>
              <a:gd name="connsiteY4-528" fmla="*/ 1691715 h 1691715"/>
              <a:gd name="connsiteX5-529" fmla="*/ 0 w 11342509"/>
              <a:gd name="connsiteY5-530" fmla="*/ 36855 h 1691715"/>
              <a:gd name="connsiteX6-531" fmla="*/ 276977 w 11342509"/>
              <a:gd name="connsiteY6-532" fmla="*/ 0 h 1691715"/>
              <a:gd name="connsiteX0-533" fmla="*/ 276977 w 11342509"/>
              <a:gd name="connsiteY0-534" fmla="*/ 0 h 1691715"/>
              <a:gd name="connsiteX1-535" fmla="*/ 5633646 w 11342509"/>
              <a:gd name="connsiteY1-536" fmla="*/ 1602546 h 1691715"/>
              <a:gd name="connsiteX2-537" fmla="*/ 11018020 w 11342509"/>
              <a:gd name="connsiteY2-538" fmla="*/ 17498 h 1691715"/>
              <a:gd name="connsiteX3-539" fmla="*/ 11342509 w 11342509"/>
              <a:gd name="connsiteY3-540" fmla="*/ 74608 h 1691715"/>
              <a:gd name="connsiteX4-541" fmla="*/ 5643374 w 11342509"/>
              <a:gd name="connsiteY4-542" fmla="*/ 1691715 h 1691715"/>
              <a:gd name="connsiteX5-543" fmla="*/ 0 w 11342509"/>
              <a:gd name="connsiteY5-544" fmla="*/ 36855 h 1691715"/>
              <a:gd name="connsiteX6-545" fmla="*/ 276977 w 11342509"/>
              <a:gd name="connsiteY6-546" fmla="*/ 0 h 1691715"/>
              <a:gd name="connsiteX0-547" fmla="*/ 276977 w 11342509"/>
              <a:gd name="connsiteY0-548" fmla="*/ 0 h 1691715"/>
              <a:gd name="connsiteX1-549" fmla="*/ 5633646 w 11342509"/>
              <a:gd name="connsiteY1-550" fmla="*/ 1602546 h 1691715"/>
              <a:gd name="connsiteX2-551" fmla="*/ 11047837 w 11342509"/>
              <a:gd name="connsiteY2-552" fmla="*/ 17498 h 1691715"/>
              <a:gd name="connsiteX3-553" fmla="*/ 11342509 w 11342509"/>
              <a:gd name="connsiteY3-554" fmla="*/ 74608 h 1691715"/>
              <a:gd name="connsiteX4-555" fmla="*/ 5643374 w 11342509"/>
              <a:gd name="connsiteY4-556" fmla="*/ 1691715 h 1691715"/>
              <a:gd name="connsiteX5-557" fmla="*/ 0 w 11342509"/>
              <a:gd name="connsiteY5-558" fmla="*/ 36855 h 1691715"/>
              <a:gd name="connsiteX6-559" fmla="*/ 276977 w 11342509"/>
              <a:gd name="connsiteY6-560" fmla="*/ 0 h 1691715"/>
              <a:gd name="connsiteX0-561" fmla="*/ 276977 w 11342509"/>
              <a:gd name="connsiteY0-562" fmla="*/ 0 h 1691715"/>
              <a:gd name="connsiteX1-563" fmla="*/ 5633646 w 11342509"/>
              <a:gd name="connsiteY1-564" fmla="*/ 1602546 h 1691715"/>
              <a:gd name="connsiteX2-565" fmla="*/ 11080494 w 11342509"/>
              <a:gd name="connsiteY2-566" fmla="*/ 17498 h 1691715"/>
              <a:gd name="connsiteX3-567" fmla="*/ 11342509 w 11342509"/>
              <a:gd name="connsiteY3-568" fmla="*/ 74608 h 1691715"/>
              <a:gd name="connsiteX4-569" fmla="*/ 5643374 w 11342509"/>
              <a:gd name="connsiteY4-570" fmla="*/ 1691715 h 1691715"/>
              <a:gd name="connsiteX5-571" fmla="*/ 0 w 11342509"/>
              <a:gd name="connsiteY5-572" fmla="*/ 36855 h 1691715"/>
              <a:gd name="connsiteX6-573" fmla="*/ 276977 w 11342509"/>
              <a:gd name="connsiteY6-574" fmla="*/ 0 h 1691715"/>
              <a:gd name="connsiteX0-575" fmla="*/ 276977 w 11342509"/>
              <a:gd name="connsiteY0-576" fmla="*/ 0 h 1691715"/>
              <a:gd name="connsiteX1-577" fmla="*/ 5633646 w 11342509"/>
              <a:gd name="connsiteY1-578" fmla="*/ 1602546 h 1691715"/>
              <a:gd name="connsiteX2-579" fmla="*/ 11080494 w 11342509"/>
              <a:gd name="connsiteY2-580" fmla="*/ 17498 h 1691715"/>
              <a:gd name="connsiteX3-581" fmla="*/ 11342509 w 11342509"/>
              <a:gd name="connsiteY3-582" fmla="*/ 74608 h 1691715"/>
              <a:gd name="connsiteX4-583" fmla="*/ 5643374 w 11342509"/>
              <a:gd name="connsiteY4-584" fmla="*/ 1691715 h 1691715"/>
              <a:gd name="connsiteX5-585" fmla="*/ 0 w 11342509"/>
              <a:gd name="connsiteY5-586" fmla="*/ 36855 h 1691715"/>
              <a:gd name="connsiteX6-587" fmla="*/ 276977 w 11342509"/>
              <a:gd name="connsiteY6-588" fmla="*/ 0 h 1691715"/>
              <a:gd name="connsiteX0-589" fmla="*/ 276977 w 11342509"/>
              <a:gd name="connsiteY0-590" fmla="*/ 0 h 1691715"/>
              <a:gd name="connsiteX1-591" fmla="*/ 5633646 w 11342509"/>
              <a:gd name="connsiteY1-592" fmla="*/ 1602546 h 1691715"/>
              <a:gd name="connsiteX2-593" fmla="*/ 11080494 w 11342509"/>
              <a:gd name="connsiteY2-594" fmla="*/ 17498 h 1691715"/>
              <a:gd name="connsiteX3-595" fmla="*/ 11342509 w 11342509"/>
              <a:gd name="connsiteY3-596" fmla="*/ 74608 h 1691715"/>
              <a:gd name="connsiteX4-597" fmla="*/ 5643374 w 11342509"/>
              <a:gd name="connsiteY4-598" fmla="*/ 1691715 h 1691715"/>
              <a:gd name="connsiteX5-599" fmla="*/ 0 w 11342509"/>
              <a:gd name="connsiteY5-600" fmla="*/ 36855 h 1691715"/>
              <a:gd name="connsiteX6-601" fmla="*/ 276977 w 11342509"/>
              <a:gd name="connsiteY6-602" fmla="*/ 0 h 1691715"/>
              <a:gd name="connsiteX0-603" fmla="*/ 276977 w 11342509"/>
              <a:gd name="connsiteY0-604" fmla="*/ 0 h 1691715"/>
              <a:gd name="connsiteX1-605" fmla="*/ 5643806 w 11342509"/>
              <a:gd name="connsiteY1-606" fmla="*/ 1602546 h 1691715"/>
              <a:gd name="connsiteX2-607" fmla="*/ 11080494 w 11342509"/>
              <a:gd name="connsiteY2-608" fmla="*/ 17498 h 1691715"/>
              <a:gd name="connsiteX3-609" fmla="*/ 11342509 w 11342509"/>
              <a:gd name="connsiteY3-610" fmla="*/ 74608 h 1691715"/>
              <a:gd name="connsiteX4-611" fmla="*/ 5643374 w 11342509"/>
              <a:gd name="connsiteY4-612" fmla="*/ 1691715 h 1691715"/>
              <a:gd name="connsiteX5-613" fmla="*/ 0 w 11342509"/>
              <a:gd name="connsiteY5-614" fmla="*/ 36855 h 1691715"/>
              <a:gd name="connsiteX6-615" fmla="*/ 276977 w 11342509"/>
              <a:gd name="connsiteY6-616" fmla="*/ 0 h 1691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tags/tag1.xml><?xml version="1.0" encoding="utf-8"?>
<p:tagLst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母校模板-终稿">
      <a:dk1>
        <a:srgbClr val="000000"/>
      </a:dk1>
      <a:lt1>
        <a:srgbClr val="FFFFFF"/>
      </a:lt1>
      <a:dk2>
        <a:srgbClr val="768395"/>
      </a:dk2>
      <a:lt2>
        <a:srgbClr val="F0F0F0"/>
      </a:lt2>
      <a:accent1>
        <a:srgbClr val="B92917"/>
      </a:accent1>
      <a:accent2>
        <a:srgbClr val="DA1D1C"/>
      </a:accent2>
      <a:accent3>
        <a:srgbClr val="FF2800"/>
      </a:accent3>
      <a:accent4>
        <a:srgbClr val="FF4F1E"/>
      </a:accent4>
      <a:accent5>
        <a:srgbClr val="979997"/>
      </a:accent5>
      <a:accent6>
        <a:srgbClr val="AD0000"/>
      </a:accent6>
      <a:hlink>
        <a:srgbClr val="4472C4"/>
      </a:hlink>
      <a:folHlink>
        <a:srgbClr val="BFBFBF"/>
      </a:folHlink>
    </a:clrScheme>
    <a:fontScheme name="母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1812</Words>
  <Application>WPS 演示</Application>
  <PresentationFormat>宽屏</PresentationFormat>
  <Paragraphs>214</Paragraphs>
  <Slides>16</Slides>
  <Notes>0</Notes>
  <HiddenSlides>0</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16</vt:i4>
      </vt:variant>
    </vt:vector>
  </HeadingPairs>
  <TitlesOfParts>
    <vt:vector size="43" baseType="lpstr">
      <vt:lpstr>Arial</vt:lpstr>
      <vt:lpstr>宋体</vt:lpstr>
      <vt:lpstr>Wingdings</vt:lpstr>
      <vt:lpstr>微软雅黑</vt:lpstr>
      <vt:lpstr>Calibri</vt:lpstr>
      <vt:lpstr>等线</vt:lpstr>
      <vt:lpstr>Segoe UI</vt:lpstr>
      <vt:lpstr>Segoe UI Light</vt:lpstr>
      <vt:lpstr>Arial</vt:lpstr>
      <vt:lpstr>思源黑体 CN Bold</vt:lpstr>
      <vt:lpstr>黑体</vt:lpstr>
      <vt:lpstr>Impact</vt:lpstr>
      <vt:lpstr>楷体</vt:lpstr>
      <vt:lpstr>宋体</vt:lpstr>
      <vt:lpstr>Arial Unicode MS</vt:lpstr>
      <vt:lpstr>思源黑体 CN Normal</vt:lpstr>
      <vt:lpstr>思源黑体 CN Light</vt:lpstr>
      <vt:lpstr>DIN Light</vt:lpstr>
      <vt:lpstr>微软雅黑 Light</vt:lpstr>
      <vt:lpstr>Arial Black</vt:lpstr>
      <vt:lpstr>Times New Roman</vt:lpstr>
      <vt:lpstr>微软雅黑 Light</vt:lpstr>
      <vt:lpstr>等线 Light</vt:lpstr>
      <vt:lpstr>Century Gothic</vt:lpstr>
      <vt:lpstr>Complex</vt:lpstr>
      <vt:lpstr>Office 主题​​</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龙飞 刘</dc:creator>
  <cp:lastModifiedBy>bertha</cp:lastModifiedBy>
  <cp:revision>425</cp:revision>
  <dcterms:created xsi:type="dcterms:W3CDTF">2026-06-01T13:01:39Z</dcterms:created>
  <dcterms:modified xsi:type="dcterms:W3CDTF">2026-06-01T13:01:39Z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2019-04-12T02:49:58.4174780Z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1ece3977-31ea-4462-b86e-c82828c1a194</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BEB8ED3107BD6D271469166A40462BB7_42</vt:lpwstr>
  </property>
  <property fmtid="{D5CDD505-2E9C-101B-9397-08002B2CF9AE}" pid="12" name="KSOProductBuildVer">
    <vt:lpwstr>2052-12.1.0.17900</vt:lpwstr>
  </property>
</Properties>
</file>